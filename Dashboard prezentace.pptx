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 uri="http://customooxmlschemas.google.com/">
      <go:slidesCustomData xmlns:go="http://customooxmlschemas.google.com/" r:id="rId16" roundtripDataSignature="AMtx7mjTK5KQPWR7fGYOXZOi95QKTijw0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cs-CZ"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 name="Google Shape;5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 name="Google Shape;6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 name="Google Shape;7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 name="Google Shape;7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b878a5840b_0_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 name="Google Shape;94;gb878a5840b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b878a5840b_0_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gb878a5840b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b878a5840b_0_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 name="Google Shape;110;gb878a5840b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 name="Google Shape;11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Úvodní">
  <p:cSld name="Úvodní">
    <p:spTree>
      <p:nvGrpSpPr>
        <p:cNvPr id="17" name="Shape 17"/>
        <p:cNvGrpSpPr/>
        <p:nvPr/>
      </p:nvGrpSpPr>
      <p:grpSpPr>
        <a:xfrm>
          <a:off x="0" y="0"/>
          <a:ext cx="0" cy="0"/>
          <a:chOff x="0" y="0"/>
          <a:chExt cx="0" cy="0"/>
        </a:xfrm>
      </p:grpSpPr>
      <p:pic>
        <p:nvPicPr>
          <p:cNvPr id="18" name="Google Shape;18;p26"/>
          <p:cNvPicPr preferRelativeResize="0"/>
          <p:nvPr/>
        </p:nvPicPr>
        <p:blipFill rotWithShape="1">
          <a:blip r:embed="rId2">
            <a:alphaModFix/>
          </a:blip>
          <a:srcRect b="0" l="0" r="0" t="0"/>
          <a:stretch/>
        </p:blipFill>
        <p:spPr>
          <a:xfrm>
            <a:off x="0" y="0"/>
            <a:ext cx="12191999" cy="6858000"/>
          </a:xfrm>
          <a:prstGeom prst="rect">
            <a:avLst/>
          </a:prstGeom>
          <a:noFill/>
          <a:ln>
            <a:noFill/>
          </a:ln>
        </p:spPr>
      </p:pic>
      <p:sp>
        <p:nvSpPr>
          <p:cNvPr id="19" name="Google Shape;19;p26"/>
          <p:cNvSpPr/>
          <p:nvPr/>
        </p:nvSpPr>
        <p:spPr>
          <a:xfrm>
            <a:off x="720907" y="907"/>
            <a:ext cx="1981869" cy="120509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 name="Google Shape;20;p26"/>
          <p:cNvSpPr txBox="1"/>
          <p:nvPr>
            <p:ph type="title"/>
          </p:nvPr>
        </p:nvSpPr>
        <p:spPr>
          <a:xfrm>
            <a:off x="720000" y="1965600"/>
            <a:ext cx="10752000" cy="1173600"/>
          </a:xfrm>
          <a:prstGeom prst="rect">
            <a:avLst/>
          </a:prstGeom>
          <a:noFill/>
          <a:ln>
            <a:noFill/>
          </a:ln>
        </p:spPr>
        <p:txBody>
          <a:bodyPr anchorCtr="0" anchor="b" bIns="45700" lIns="0" spcFirstLastPara="1" rIns="0" wrap="square" tIns="45700">
            <a:normAutofit/>
          </a:bodyPr>
          <a:lstStyle>
            <a:lvl1pPr lvl="0" algn="l">
              <a:lnSpc>
                <a:spcPct val="100000"/>
              </a:lnSpc>
              <a:spcBef>
                <a:spcPts val="0"/>
              </a:spcBef>
              <a:spcAft>
                <a:spcPts val="0"/>
              </a:spcAft>
              <a:buClr>
                <a:srgbClr val="00D0D5"/>
              </a:buClr>
              <a:buSzPts val="6525"/>
              <a:buFont typeface="Arial"/>
              <a:buNone/>
              <a:defRPr sz="45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6"/>
          <p:cNvSpPr txBox="1"/>
          <p:nvPr>
            <p:ph idx="1" type="subTitle"/>
          </p:nvPr>
        </p:nvSpPr>
        <p:spPr>
          <a:xfrm>
            <a:off x="720000" y="3240001"/>
            <a:ext cx="10752000" cy="384721"/>
          </a:xfrm>
          <a:prstGeom prst="rect">
            <a:avLst/>
          </a:prstGeom>
          <a:noFill/>
          <a:ln>
            <a:noFill/>
          </a:ln>
        </p:spPr>
        <p:txBody>
          <a:bodyPr anchorCtr="0" anchor="t" bIns="0" lIns="0" spcFirstLastPara="1" rIns="0" wrap="square" tIns="0">
            <a:spAutoFit/>
          </a:bodyPr>
          <a:lstStyle>
            <a:lvl1pPr lvl="0" algn="l">
              <a:lnSpc>
                <a:spcPct val="115384"/>
              </a:lnSpc>
              <a:spcBef>
                <a:spcPts val="0"/>
              </a:spcBef>
              <a:spcAft>
                <a:spcPts val="0"/>
              </a:spcAft>
              <a:buSzPts val="1950"/>
              <a:buNone/>
              <a:defRPr sz="2600">
                <a:solidFill>
                  <a:schemeClr val="lt1"/>
                </a:solidFill>
              </a:defRPr>
            </a:lvl1pPr>
            <a:lvl2pPr lvl="1" algn="ctr">
              <a:lnSpc>
                <a:spcPct val="100000"/>
              </a:lnSpc>
              <a:spcBef>
                <a:spcPts val="500"/>
              </a:spcBef>
              <a:spcAft>
                <a:spcPts val="0"/>
              </a:spcAft>
              <a:buSzPts val="1125"/>
              <a:buNone/>
              <a:defRPr sz="1500"/>
            </a:lvl2pPr>
            <a:lvl3pPr lvl="2" algn="ctr">
              <a:lnSpc>
                <a:spcPct val="100000"/>
              </a:lnSpc>
              <a:spcBef>
                <a:spcPts val="300"/>
              </a:spcBef>
              <a:spcAft>
                <a:spcPts val="0"/>
              </a:spcAft>
              <a:buSzPts val="1013"/>
              <a:buNone/>
              <a:defRPr sz="1350"/>
            </a:lvl3pPr>
            <a:lvl4pPr lvl="3" algn="ctr">
              <a:lnSpc>
                <a:spcPct val="100000"/>
              </a:lnSpc>
              <a:spcBef>
                <a:spcPts val="300"/>
              </a:spcBef>
              <a:spcAft>
                <a:spcPts val="0"/>
              </a:spcAft>
              <a:buSzPts val="900"/>
              <a:buNone/>
              <a:defRPr sz="1200"/>
            </a:lvl4pPr>
            <a:lvl5pPr lvl="4" algn="ctr">
              <a:lnSpc>
                <a:spcPct val="100000"/>
              </a:lnSpc>
              <a:spcBef>
                <a:spcPts val="200"/>
              </a:spcBef>
              <a:spcAft>
                <a:spcPts val="0"/>
              </a:spcAft>
              <a:buSzPts val="9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22" name="Google Shape;22;p26"/>
          <p:cNvSpPr txBox="1"/>
          <p:nvPr>
            <p:ph idx="2" type="body"/>
          </p:nvPr>
        </p:nvSpPr>
        <p:spPr>
          <a:xfrm>
            <a:off x="720000" y="5164668"/>
            <a:ext cx="3652091" cy="33690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6"/>
              <a:buNone/>
              <a:defRPr sz="1875">
                <a:solidFill>
                  <a:schemeClr val="lt1"/>
                </a:solidFill>
              </a:defRPr>
            </a:lvl1pPr>
            <a:lvl2pPr indent="-228600" lvl="1" marL="914400" algn="l">
              <a:lnSpc>
                <a:spcPct val="100000"/>
              </a:lnSpc>
              <a:spcBef>
                <a:spcPts val="500"/>
              </a:spcBef>
              <a:spcAft>
                <a:spcPts val="0"/>
              </a:spcAft>
              <a:buSzPts val="1350"/>
              <a:buNone/>
              <a:defRPr sz="1800">
                <a:solidFill>
                  <a:schemeClr val="lt1"/>
                </a:solidFill>
              </a:defRPr>
            </a:lvl2pPr>
            <a:lvl3pPr indent="-228600" lvl="2" marL="1371600" algn="l">
              <a:lnSpc>
                <a:spcPct val="100000"/>
              </a:lnSpc>
              <a:spcBef>
                <a:spcPts val="300"/>
              </a:spcBef>
              <a:spcAft>
                <a:spcPts val="0"/>
              </a:spcAft>
              <a:buSzPts val="1350"/>
              <a:buNone/>
              <a:defRPr sz="1800">
                <a:solidFill>
                  <a:schemeClr val="lt1"/>
                </a:solidFill>
              </a:defRPr>
            </a:lvl3pPr>
            <a:lvl4pPr indent="-228600" lvl="3" marL="1828800" algn="l">
              <a:lnSpc>
                <a:spcPct val="100000"/>
              </a:lnSpc>
              <a:spcBef>
                <a:spcPts val="300"/>
              </a:spcBef>
              <a:spcAft>
                <a:spcPts val="0"/>
              </a:spcAft>
              <a:buSzPts val="1350"/>
              <a:buNone/>
              <a:defRPr sz="1800">
                <a:solidFill>
                  <a:schemeClr val="lt1"/>
                </a:solidFill>
              </a:defRPr>
            </a:lvl4pPr>
            <a:lvl5pPr indent="-228600" lvl="4" marL="2286000" algn="l">
              <a:lnSpc>
                <a:spcPct val="100000"/>
              </a:lnSpc>
              <a:spcBef>
                <a:spcPts val="200"/>
              </a:spcBef>
              <a:spcAft>
                <a:spcPts val="0"/>
              </a:spcAft>
              <a:buSzPts val="1350"/>
              <a:buNone/>
              <a:defRPr sz="1800">
                <a:solidFill>
                  <a:schemeClr val="lt1"/>
                </a:solidFill>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3" name="Google Shape;23;p26"/>
          <p:cNvSpPr txBox="1"/>
          <p:nvPr>
            <p:ph idx="3" type="body"/>
          </p:nvPr>
        </p:nvSpPr>
        <p:spPr>
          <a:xfrm>
            <a:off x="720000" y="5563253"/>
            <a:ext cx="3652091" cy="336905"/>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SzPts val="1406"/>
              <a:buNone/>
              <a:defRPr sz="1875">
                <a:solidFill>
                  <a:schemeClr val="lt1"/>
                </a:solidFill>
              </a:defRPr>
            </a:lvl1pPr>
            <a:lvl2pPr indent="-228600" lvl="1" marL="914400" algn="l">
              <a:lnSpc>
                <a:spcPct val="100000"/>
              </a:lnSpc>
              <a:spcBef>
                <a:spcPts val="500"/>
              </a:spcBef>
              <a:spcAft>
                <a:spcPts val="0"/>
              </a:spcAft>
              <a:buSzPts val="1350"/>
              <a:buNone/>
              <a:defRPr sz="1800">
                <a:solidFill>
                  <a:schemeClr val="lt1"/>
                </a:solidFill>
              </a:defRPr>
            </a:lvl2pPr>
            <a:lvl3pPr indent="-228600" lvl="2" marL="1371600" algn="l">
              <a:lnSpc>
                <a:spcPct val="100000"/>
              </a:lnSpc>
              <a:spcBef>
                <a:spcPts val="300"/>
              </a:spcBef>
              <a:spcAft>
                <a:spcPts val="0"/>
              </a:spcAft>
              <a:buSzPts val="1350"/>
              <a:buNone/>
              <a:defRPr sz="1800">
                <a:solidFill>
                  <a:schemeClr val="lt1"/>
                </a:solidFill>
              </a:defRPr>
            </a:lvl3pPr>
            <a:lvl4pPr indent="-228600" lvl="3" marL="1828800" algn="l">
              <a:lnSpc>
                <a:spcPct val="100000"/>
              </a:lnSpc>
              <a:spcBef>
                <a:spcPts val="300"/>
              </a:spcBef>
              <a:spcAft>
                <a:spcPts val="0"/>
              </a:spcAft>
              <a:buSzPts val="1350"/>
              <a:buNone/>
              <a:defRPr sz="1800">
                <a:solidFill>
                  <a:schemeClr val="lt1"/>
                </a:solidFill>
              </a:defRPr>
            </a:lvl4pPr>
            <a:lvl5pPr indent="-228600" lvl="4" marL="2286000" algn="l">
              <a:lnSpc>
                <a:spcPct val="100000"/>
              </a:lnSpc>
              <a:spcBef>
                <a:spcPts val="200"/>
              </a:spcBef>
              <a:spcAft>
                <a:spcPts val="0"/>
              </a:spcAft>
              <a:buSzPts val="1350"/>
              <a:buNone/>
              <a:defRPr sz="1800">
                <a:solidFill>
                  <a:schemeClr val="lt1"/>
                </a:solidFill>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4" name="Google Shape;24;p26"/>
          <p:cNvSpPr txBox="1"/>
          <p:nvPr>
            <p:ph idx="10" type="dt"/>
          </p:nvPr>
        </p:nvSpPr>
        <p:spPr>
          <a:xfrm>
            <a:off x="720000" y="6356357"/>
            <a:ext cx="2743200" cy="365125"/>
          </a:xfrm>
          <a:prstGeom prst="rect">
            <a:avLst/>
          </a:prstGeom>
          <a:noFill/>
          <a:ln>
            <a:noFill/>
          </a:ln>
        </p:spPr>
        <p:txBody>
          <a:bodyPr anchorCtr="0" anchor="ctr" bIns="45700" lIns="0" spcFirstLastPara="1" rIns="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25" name="Google Shape;25;p26"/>
          <p:cNvPicPr preferRelativeResize="0"/>
          <p:nvPr/>
        </p:nvPicPr>
        <p:blipFill rotWithShape="1">
          <a:blip r:embed="rId3">
            <a:alphaModFix/>
          </a:blip>
          <a:srcRect b="0" l="0" r="0" t="0"/>
          <a:stretch/>
        </p:blipFill>
        <p:spPr>
          <a:xfrm>
            <a:off x="728668" y="379157"/>
            <a:ext cx="2243412" cy="736274"/>
          </a:xfrm>
          <a:prstGeom prst="rect">
            <a:avLst/>
          </a:prstGeom>
          <a:noFill/>
          <a:ln>
            <a:noFill/>
          </a:ln>
        </p:spPr>
      </p:pic>
      <p:pic>
        <p:nvPicPr>
          <p:cNvPr id="26" name="Google Shape;26;p26"/>
          <p:cNvPicPr preferRelativeResize="0"/>
          <p:nvPr/>
        </p:nvPicPr>
        <p:blipFill rotWithShape="1">
          <a:blip r:embed="rId4">
            <a:alphaModFix/>
          </a:blip>
          <a:srcRect b="0" l="0" r="0" t="0"/>
          <a:stretch/>
        </p:blipFill>
        <p:spPr>
          <a:xfrm>
            <a:off x="10388700" y="4969024"/>
            <a:ext cx="1237075" cy="14782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ěžný snímek">
  <p:cSld name="Běžný snímek">
    <p:spTree>
      <p:nvGrpSpPr>
        <p:cNvPr id="27" name="Shape 27"/>
        <p:cNvGrpSpPr/>
        <p:nvPr/>
      </p:nvGrpSpPr>
      <p:grpSpPr>
        <a:xfrm>
          <a:off x="0" y="0"/>
          <a:ext cx="0" cy="0"/>
          <a:chOff x="0" y="0"/>
          <a:chExt cx="0" cy="0"/>
        </a:xfrm>
      </p:grpSpPr>
      <p:sp>
        <p:nvSpPr>
          <p:cNvPr id="28" name="Google Shape;28;p27"/>
          <p:cNvSpPr txBox="1"/>
          <p:nvPr>
            <p:ph idx="11" type="ftr"/>
          </p:nvPr>
        </p:nvSpPr>
        <p:spPr>
          <a:xfrm>
            <a:off x="7761600" y="6559120"/>
            <a:ext cx="41148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7"/>
          <p:cNvSpPr txBox="1"/>
          <p:nvPr>
            <p:ph idx="12" type="sldNum"/>
          </p:nvPr>
        </p:nvSpPr>
        <p:spPr>
          <a:xfrm>
            <a:off x="11862000" y="6550328"/>
            <a:ext cx="404468"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675"/>
              <a:buFont typeface="Arial"/>
              <a:buNone/>
              <a:defRPr b="1" i="0" sz="675" u="none" cap="none" strike="noStrike">
                <a:solidFill>
                  <a:schemeClr val="lt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675"/>
              <a:buFont typeface="Arial"/>
              <a:buNone/>
              <a:defRPr b="1" i="0" sz="675" u="none" cap="none" strike="noStrike">
                <a:solidFill>
                  <a:schemeClr val="lt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675"/>
              <a:buFont typeface="Arial"/>
              <a:buNone/>
              <a:defRPr b="1" i="0" sz="675" u="none" cap="none" strike="noStrike">
                <a:solidFill>
                  <a:schemeClr val="lt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675"/>
              <a:buFont typeface="Arial"/>
              <a:buNone/>
              <a:defRPr b="1" i="0" sz="675" u="none" cap="none" strike="noStrike">
                <a:solidFill>
                  <a:schemeClr val="lt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675"/>
              <a:buFont typeface="Arial"/>
              <a:buNone/>
              <a:defRPr b="1" i="0" sz="675" u="none" cap="none" strike="noStrike">
                <a:solidFill>
                  <a:schemeClr val="lt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675"/>
              <a:buFont typeface="Arial"/>
              <a:buNone/>
              <a:defRPr b="1" i="0" sz="675" u="none" cap="none" strike="noStrike">
                <a:solidFill>
                  <a:schemeClr val="lt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675"/>
              <a:buFont typeface="Arial"/>
              <a:buNone/>
              <a:defRPr b="1" i="0" sz="675" u="none" cap="none" strike="noStrike">
                <a:solidFill>
                  <a:schemeClr val="lt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675"/>
              <a:buFont typeface="Arial"/>
              <a:buNone/>
              <a:defRPr b="1" i="0" sz="675" u="none" cap="none" strike="noStrike">
                <a:solidFill>
                  <a:schemeClr val="lt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675"/>
              <a:buFont typeface="Arial"/>
              <a:buNone/>
              <a:defRPr b="1" i="0" sz="675"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cs-CZ"/>
              <a:t>‹#›</a:t>
            </a:fld>
            <a:endParaRPr/>
          </a:p>
        </p:txBody>
      </p:sp>
      <p:sp>
        <p:nvSpPr>
          <p:cNvPr id="30" name="Google Shape;30;p27"/>
          <p:cNvSpPr txBox="1"/>
          <p:nvPr>
            <p:ph type="title"/>
          </p:nvPr>
        </p:nvSpPr>
        <p:spPr>
          <a:xfrm>
            <a:off x="480000" y="1"/>
            <a:ext cx="11232000" cy="813415"/>
          </a:xfrm>
          <a:prstGeom prst="rect">
            <a:avLst/>
          </a:prstGeom>
          <a:noFill/>
          <a:ln>
            <a:noFill/>
          </a:ln>
        </p:spPr>
        <p:txBody>
          <a:bodyPr anchorCtr="0" anchor="b" bIns="45700" lIns="0" spcFirstLastPara="1" rIns="0" wrap="square" tIns="45700">
            <a:normAutofit/>
          </a:bodyPr>
          <a:lstStyle>
            <a:lvl1pPr lvl="0" algn="l">
              <a:lnSpc>
                <a:spcPct val="100000"/>
              </a:lnSpc>
              <a:spcBef>
                <a:spcPts val="0"/>
              </a:spcBef>
              <a:spcAft>
                <a:spcPts val="0"/>
              </a:spcAft>
              <a:buClr>
                <a:srgbClr val="001E8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7"/>
          <p:cNvSpPr txBox="1"/>
          <p:nvPr>
            <p:ph idx="1" type="body"/>
          </p:nvPr>
        </p:nvSpPr>
        <p:spPr>
          <a:xfrm>
            <a:off x="480000" y="1080000"/>
            <a:ext cx="11232000" cy="5472000"/>
          </a:xfrm>
          <a:prstGeom prst="rect">
            <a:avLst/>
          </a:prstGeom>
          <a:noFill/>
          <a:ln>
            <a:noFill/>
          </a:ln>
        </p:spPr>
        <p:txBody>
          <a:bodyPr anchorCtr="0" anchor="t" bIns="0" lIns="0" spcFirstLastPara="1" rIns="0" wrap="square" tIns="0">
            <a:noAutofit/>
          </a:bodyPr>
          <a:lstStyle>
            <a:lvl1pPr indent="-314325" lvl="0" marL="457200" algn="l">
              <a:lnSpc>
                <a:spcPct val="100000"/>
              </a:lnSpc>
              <a:spcBef>
                <a:spcPts val="0"/>
              </a:spcBef>
              <a:spcAft>
                <a:spcPts val="0"/>
              </a:spcAft>
              <a:buSzPts val="1350"/>
              <a:buChar char="■"/>
              <a:defRPr/>
            </a:lvl1pPr>
            <a:lvl2pPr indent="-314325" lvl="1" marL="914400" algn="l">
              <a:lnSpc>
                <a:spcPct val="100000"/>
              </a:lnSpc>
              <a:spcBef>
                <a:spcPts val="500"/>
              </a:spcBef>
              <a:spcAft>
                <a:spcPts val="0"/>
              </a:spcAft>
              <a:buSzPts val="1350"/>
              <a:buChar char="■"/>
              <a:defRPr/>
            </a:lvl2pPr>
            <a:lvl3pPr indent="-314325" lvl="2" marL="1371600" algn="l">
              <a:lnSpc>
                <a:spcPct val="100000"/>
              </a:lnSpc>
              <a:spcBef>
                <a:spcPts val="300"/>
              </a:spcBef>
              <a:spcAft>
                <a:spcPts val="0"/>
              </a:spcAft>
              <a:buSzPts val="1350"/>
              <a:buChar char="■"/>
              <a:defRPr/>
            </a:lvl3pPr>
            <a:lvl4pPr indent="-314325" lvl="3" marL="1828800" algn="l">
              <a:lnSpc>
                <a:spcPct val="100000"/>
              </a:lnSpc>
              <a:spcBef>
                <a:spcPts val="300"/>
              </a:spcBef>
              <a:spcAft>
                <a:spcPts val="0"/>
              </a:spcAft>
              <a:buSzPts val="1350"/>
              <a:buChar char="■"/>
              <a:defRPr/>
            </a:lvl4pPr>
            <a:lvl5pPr indent="-314325" lvl="4" marL="2286000" algn="l">
              <a:lnSpc>
                <a:spcPct val="100000"/>
              </a:lnSpc>
              <a:spcBef>
                <a:spcPts val="200"/>
              </a:spcBef>
              <a:spcAft>
                <a:spcPts val="0"/>
              </a:spcAft>
              <a:buSzPts val="135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Mezisnímek, 1">
  <p:cSld name="2_Mezisnímek, 1">
    <p:spTree>
      <p:nvGrpSpPr>
        <p:cNvPr id="32" name="Shape 32"/>
        <p:cNvGrpSpPr/>
        <p:nvPr/>
      </p:nvGrpSpPr>
      <p:grpSpPr>
        <a:xfrm>
          <a:off x="0" y="0"/>
          <a:ext cx="0" cy="0"/>
          <a:chOff x="0" y="0"/>
          <a:chExt cx="0" cy="0"/>
        </a:xfrm>
      </p:grpSpPr>
      <p:pic>
        <p:nvPicPr>
          <p:cNvPr id="33" name="Google Shape;33;p28"/>
          <p:cNvPicPr preferRelativeResize="0"/>
          <p:nvPr/>
        </p:nvPicPr>
        <p:blipFill rotWithShape="1">
          <a:blip r:embed="rId2">
            <a:alphaModFix/>
          </a:blip>
          <a:srcRect b="0" l="0" r="0" t="0"/>
          <a:stretch/>
        </p:blipFill>
        <p:spPr>
          <a:xfrm>
            <a:off x="0" y="0"/>
            <a:ext cx="12191999" cy="6858000"/>
          </a:xfrm>
          <a:prstGeom prst="rect">
            <a:avLst/>
          </a:prstGeom>
          <a:noFill/>
          <a:ln>
            <a:noFill/>
          </a:ln>
        </p:spPr>
      </p:pic>
      <p:sp>
        <p:nvSpPr>
          <p:cNvPr id="34" name="Google Shape;34;p28"/>
          <p:cNvSpPr txBox="1"/>
          <p:nvPr>
            <p:ph type="title"/>
          </p:nvPr>
        </p:nvSpPr>
        <p:spPr>
          <a:xfrm>
            <a:off x="720000" y="1965458"/>
            <a:ext cx="5376000" cy="2644642"/>
          </a:xfrm>
          <a:prstGeom prst="rect">
            <a:avLst/>
          </a:prstGeom>
          <a:noFill/>
          <a:ln>
            <a:noFill/>
          </a:ln>
        </p:spPr>
        <p:txBody>
          <a:bodyPr anchorCtr="0" anchor="t" bIns="45700" lIns="0" spcFirstLastPara="1" rIns="0" wrap="square" tIns="45700">
            <a:noAutofit/>
          </a:bodyPr>
          <a:lstStyle>
            <a:lvl1pPr lvl="0" algn="l">
              <a:lnSpc>
                <a:spcPct val="100000"/>
              </a:lnSpc>
              <a:spcBef>
                <a:spcPts val="0"/>
              </a:spcBef>
              <a:spcAft>
                <a:spcPts val="0"/>
              </a:spcAft>
              <a:buClr>
                <a:schemeClr val="lt1"/>
              </a:buClr>
              <a:buSzPts val="4500"/>
              <a:buFont typeface="Arial"/>
              <a:buNone/>
              <a:defRPr sz="45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8"/>
          <p:cNvSpPr/>
          <p:nvPr/>
        </p:nvSpPr>
        <p:spPr>
          <a:xfrm>
            <a:off x="720907" y="5652907"/>
            <a:ext cx="1981869" cy="120509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36" name="Google Shape;36;p28"/>
          <p:cNvPicPr preferRelativeResize="0"/>
          <p:nvPr/>
        </p:nvPicPr>
        <p:blipFill rotWithShape="1">
          <a:blip r:embed="rId3">
            <a:alphaModFix/>
          </a:blip>
          <a:srcRect b="0" l="0" r="0" t="0"/>
          <a:stretch/>
        </p:blipFill>
        <p:spPr>
          <a:xfrm>
            <a:off x="720000" y="5785774"/>
            <a:ext cx="1858833" cy="610057"/>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ávěr">
  <p:cSld name="Závěr">
    <p:spTree>
      <p:nvGrpSpPr>
        <p:cNvPr id="37" name="Shape 37"/>
        <p:cNvGrpSpPr/>
        <p:nvPr/>
      </p:nvGrpSpPr>
      <p:grpSpPr>
        <a:xfrm>
          <a:off x="0" y="0"/>
          <a:ext cx="0" cy="0"/>
          <a:chOff x="0" y="0"/>
          <a:chExt cx="0" cy="0"/>
        </a:xfrm>
      </p:grpSpPr>
      <p:pic>
        <p:nvPicPr>
          <p:cNvPr id="38" name="Google Shape;38;p29"/>
          <p:cNvPicPr preferRelativeResize="0"/>
          <p:nvPr/>
        </p:nvPicPr>
        <p:blipFill rotWithShape="1">
          <a:blip r:embed="rId2">
            <a:alphaModFix/>
          </a:blip>
          <a:srcRect b="0" l="0" r="0" t="0"/>
          <a:stretch/>
        </p:blipFill>
        <p:spPr>
          <a:xfrm>
            <a:off x="0" y="0"/>
            <a:ext cx="12191999" cy="6858000"/>
          </a:xfrm>
          <a:prstGeom prst="rect">
            <a:avLst/>
          </a:prstGeom>
          <a:noFill/>
          <a:ln>
            <a:noFill/>
          </a:ln>
        </p:spPr>
      </p:pic>
      <p:sp>
        <p:nvSpPr>
          <p:cNvPr id="39" name="Google Shape;39;p29"/>
          <p:cNvSpPr/>
          <p:nvPr/>
        </p:nvSpPr>
        <p:spPr>
          <a:xfrm>
            <a:off x="6826994" y="1488967"/>
            <a:ext cx="4564906" cy="353472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40" name="Google Shape;40;p29"/>
          <p:cNvPicPr preferRelativeResize="0"/>
          <p:nvPr/>
        </p:nvPicPr>
        <p:blipFill rotWithShape="1">
          <a:blip r:embed="rId3">
            <a:alphaModFix/>
          </a:blip>
          <a:srcRect b="0" l="0" r="0" t="0"/>
          <a:stretch/>
        </p:blipFill>
        <p:spPr>
          <a:xfrm>
            <a:off x="4196196" y="2644964"/>
            <a:ext cx="3772147" cy="123799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ěžný snímek, prázdný">
  <p:cSld name="Běžný snímek, prázdný">
    <p:spTree>
      <p:nvGrpSpPr>
        <p:cNvPr id="41" name="Shape 41"/>
        <p:cNvGrpSpPr/>
        <p:nvPr/>
      </p:nvGrpSpPr>
      <p:grpSpPr>
        <a:xfrm>
          <a:off x="0" y="0"/>
          <a:ext cx="0" cy="0"/>
          <a:chOff x="0" y="0"/>
          <a:chExt cx="0" cy="0"/>
        </a:xfrm>
      </p:grpSpPr>
      <p:sp>
        <p:nvSpPr>
          <p:cNvPr id="42" name="Google Shape;42;p30"/>
          <p:cNvSpPr txBox="1"/>
          <p:nvPr>
            <p:ph type="title"/>
          </p:nvPr>
        </p:nvSpPr>
        <p:spPr>
          <a:xfrm>
            <a:off x="480000" y="1"/>
            <a:ext cx="11232000" cy="813415"/>
          </a:xfrm>
          <a:prstGeom prst="rect">
            <a:avLst/>
          </a:prstGeom>
          <a:noFill/>
          <a:ln>
            <a:noFill/>
          </a:ln>
        </p:spPr>
        <p:txBody>
          <a:bodyPr anchorCtr="0" anchor="b" bIns="45700" lIns="0" spcFirstLastPara="1" rIns="0" wrap="square" tIns="45700">
            <a:normAutofit/>
          </a:bodyPr>
          <a:lstStyle>
            <a:lvl1pPr lvl="0" algn="l">
              <a:lnSpc>
                <a:spcPct val="100000"/>
              </a:lnSpc>
              <a:spcBef>
                <a:spcPts val="0"/>
              </a:spcBef>
              <a:spcAft>
                <a:spcPts val="0"/>
              </a:spcAft>
              <a:buClr>
                <a:srgbClr val="001E8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0"/>
          <p:cNvSpPr txBox="1"/>
          <p:nvPr>
            <p:ph idx="11" type="ftr"/>
          </p:nvPr>
        </p:nvSpPr>
        <p:spPr>
          <a:xfrm>
            <a:off x="7761600" y="6559120"/>
            <a:ext cx="41148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30"/>
          <p:cNvSpPr txBox="1"/>
          <p:nvPr>
            <p:ph idx="12" type="sldNum"/>
          </p:nvPr>
        </p:nvSpPr>
        <p:spPr>
          <a:xfrm>
            <a:off x="11862000" y="6550328"/>
            <a:ext cx="404468"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675"/>
              <a:buFont typeface="Arial"/>
              <a:buNone/>
              <a:defRPr b="1" i="0" sz="675" u="none" cap="none" strike="noStrike">
                <a:solidFill>
                  <a:schemeClr val="lt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675"/>
              <a:buFont typeface="Arial"/>
              <a:buNone/>
              <a:defRPr b="1" i="0" sz="675" u="none" cap="none" strike="noStrike">
                <a:solidFill>
                  <a:schemeClr val="lt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675"/>
              <a:buFont typeface="Arial"/>
              <a:buNone/>
              <a:defRPr b="1" i="0" sz="675" u="none" cap="none" strike="noStrike">
                <a:solidFill>
                  <a:schemeClr val="lt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675"/>
              <a:buFont typeface="Arial"/>
              <a:buNone/>
              <a:defRPr b="1" i="0" sz="675" u="none" cap="none" strike="noStrike">
                <a:solidFill>
                  <a:schemeClr val="lt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675"/>
              <a:buFont typeface="Arial"/>
              <a:buNone/>
              <a:defRPr b="1" i="0" sz="675" u="none" cap="none" strike="noStrike">
                <a:solidFill>
                  <a:schemeClr val="lt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675"/>
              <a:buFont typeface="Arial"/>
              <a:buNone/>
              <a:defRPr b="1" i="0" sz="675" u="none" cap="none" strike="noStrike">
                <a:solidFill>
                  <a:schemeClr val="lt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675"/>
              <a:buFont typeface="Arial"/>
              <a:buNone/>
              <a:defRPr b="1" i="0" sz="675" u="none" cap="none" strike="noStrike">
                <a:solidFill>
                  <a:schemeClr val="lt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675"/>
              <a:buFont typeface="Arial"/>
              <a:buNone/>
              <a:defRPr b="1" i="0" sz="675" u="none" cap="none" strike="noStrike">
                <a:solidFill>
                  <a:schemeClr val="lt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675"/>
              <a:buFont typeface="Arial"/>
              <a:buNone/>
              <a:defRPr b="1" i="0" sz="675"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cs-CZ"/>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ěžný snímek - dva sloupce">
  <p:cSld name="Běžný snímek - dva sloupce">
    <p:spTree>
      <p:nvGrpSpPr>
        <p:cNvPr id="45" name="Shape 45"/>
        <p:cNvGrpSpPr/>
        <p:nvPr/>
      </p:nvGrpSpPr>
      <p:grpSpPr>
        <a:xfrm>
          <a:off x="0" y="0"/>
          <a:ext cx="0" cy="0"/>
          <a:chOff x="0" y="0"/>
          <a:chExt cx="0" cy="0"/>
        </a:xfrm>
      </p:grpSpPr>
      <p:sp>
        <p:nvSpPr>
          <p:cNvPr id="46" name="Google Shape;46;p31"/>
          <p:cNvSpPr txBox="1"/>
          <p:nvPr>
            <p:ph type="title"/>
          </p:nvPr>
        </p:nvSpPr>
        <p:spPr>
          <a:xfrm>
            <a:off x="480000" y="1"/>
            <a:ext cx="11232000" cy="813415"/>
          </a:xfrm>
          <a:prstGeom prst="rect">
            <a:avLst/>
          </a:prstGeom>
          <a:noFill/>
          <a:ln>
            <a:noFill/>
          </a:ln>
        </p:spPr>
        <p:txBody>
          <a:bodyPr anchorCtr="0" anchor="b" bIns="45700" lIns="0" spcFirstLastPara="1" rIns="0" wrap="square" tIns="45700">
            <a:normAutofit/>
          </a:bodyPr>
          <a:lstStyle>
            <a:lvl1pPr lvl="0" algn="l">
              <a:lnSpc>
                <a:spcPct val="100000"/>
              </a:lnSpc>
              <a:spcBef>
                <a:spcPts val="0"/>
              </a:spcBef>
              <a:spcAft>
                <a:spcPts val="0"/>
              </a:spcAft>
              <a:buClr>
                <a:srgbClr val="001E8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31"/>
          <p:cNvSpPr txBox="1"/>
          <p:nvPr>
            <p:ph idx="11" type="ftr"/>
          </p:nvPr>
        </p:nvSpPr>
        <p:spPr>
          <a:xfrm>
            <a:off x="7761600" y="6559120"/>
            <a:ext cx="41148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31"/>
          <p:cNvSpPr txBox="1"/>
          <p:nvPr>
            <p:ph idx="12" type="sldNum"/>
          </p:nvPr>
        </p:nvSpPr>
        <p:spPr>
          <a:xfrm>
            <a:off x="11862000" y="6550328"/>
            <a:ext cx="404468"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675"/>
              <a:buFont typeface="Arial"/>
              <a:buNone/>
              <a:defRPr b="1" i="0" sz="675" u="none" cap="none" strike="noStrike">
                <a:solidFill>
                  <a:schemeClr val="lt1"/>
                </a:solidFill>
                <a:latin typeface="Arial"/>
                <a:ea typeface="Arial"/>
                <a:cs typeface="Arial"/>
                <a:sym typeface="Arial"/>
              </a:defRPr>
            </a:lvl1pPr>
            <a:lvl2pPr indent="0" lvl="1" marL="0" marR="0" algn="ctr">
              <a:lnSpc>
                <a:spcPct val="100000"/>
              </a:lnSpc>
              <a:spcBef>
                <a:spcPts val="0"/>
              </a:spcBef>
              <a:spcAft>
                <a:spcPts val="0"/>
              </a:spcAft>
              <a:buClr>
                <a:srgbClr val="000000"/>
              </a:buClr>
              <a:buSzPts val="675"/>
              <a:buFont typeface="Arial"/>
              <a:buNone/>
              <a:defRPr b="1" i="0" sz="675" u="none" cap="none" strike="noStrike">
                <a:solidFill>
                  <a:schemeClr val="lt1"/>
                </a:solidFill>
                <a:latin typeface="Arial"/>
                <a:ea typeface="Arial"/>
                <a:cs typeface="Arial"/>
                <a:sym typeface="Arial"/>
              </a:defRPr>
            </a:lvl2pPr>
            <a:lvl3pPr indent="0" lvl="2" marL="0" marR="0" algn="ctr">
              <a:lnSpc>
                <a:spcPct val="100000"/>
              </a:lnSpc>
              <a:spcBef>
                <a:spcPts val="0"/>
              </a:spcBef>
              <a:spcAft>
                <a:spcPts val="0"/>
              </a:spcAft>
              <a:buClr>
                <a:srgbClr val="000000"/>
              </a:buClr>
              <a:buSzPts val="675"/>
              <a:buFont typeface="Arial"/>
              <a:buNone/>
              <a:defRPr b="1" i="0" sz="675" u="none" cap="none" strike="noStrike">
                <a:solidFill>
                  <a:schemeClr val="lt1"/>
                </a:solidFill>
                <a:latin typeface="Arial"/>
                <a:ea typeface="Arial"/>
                <a:cs typeface="Arial"/>
                <a:sym typeface="Arial"/>
              </a:defRPr>
            </a:lvl3pPr>
            <a:lvl4pPr indent="0" lvl="3" marL="0" marR="0" algn="ctr">
              <a:lnSpc>
                <a:spcPct val="100000"/>
              </a:lnSpc>
              <a:spcBef>
                <a:spcPts val="0"/>
              </a:spcBef>
              <a:spcAft>
                <a:spcPts val="0"/>
              </a:spcAft>
              <a:buClr>
                <a:srgbClr val="000000"/>
              </a:buClr>
              <a:buSzPts val="675"/>
              <a:buFont typeface="Arial"/>
              <a:buNone/>
              <a:defRPr b="1" i="0" sz="675" u="none" cap="none" strike="noStrike">
                <a:solidFill>
                  <a:schemeClr val="lt1"/>
                </a:solidFill>
                <a:latin typeface="Arial"/>
                <a:ea typeface="Arial"/>
                <a:cs typeface="Arial"/>
                <a:sym typeface="Arial"/>
              </a:defRPr>
            </a:lvl4pPr>
            <a:lvl5pPr indent="0" lvl="4" marL="0" marR="0" algn="ctr">
              <a:lnSpc>
                <a:spcPct val="100000"/>
              </a:lnSpc>
              <a:spcBef>
                <a:spcPts val="0"/>
              </a:spcBef>
              <a:spcAft>
                <a:spcPts val="0"/>
              </a:spcAft>
              <a:buClr>
                <a:srgbClr val="000000"/>
              </a:buClr>
              <a:buSzPts val="675"/>
              <a:buFont typeface="Arial"/>
              <a:buNone/>
              <a:defRPr b="1" i="0" sz="675" u="none" cap="none" strike="noStrike">
                <a:solidFill>
                  <a:schemeClr val="lt1"/>
                </a:solidFill>
                <a:latin typeface="Arial"/>
                <a:ea typeface="Arial"/>
                <a:cs typeface="Arial"/>
                <a:sym typeface="Arial"/>
              </a:defRPr>
            </a:lvl5pPr>
            <a:lvl6pPr indent="0" lvl="5" marL="0" marR="0" algn="ctr">
              <a:lnSpc>
                <a:spcPct val="100000"/>
              </a:lnSpc>
              <a:spcBef>
                <a:spcPts val="0"/>
              </a:spcBef>
              <a:spcAft>
                <a:spcPts val="0"/>
              </a:spcAft>
              <a:buClr>
                <a:srgbClr val="000000"/>
              </a:buClr>
              <a:buSzPts val="675"/>
              <a:buFont typeface="Arial"/>
              <a:buNone/>
              <a:defRPr b="1" i="0" sz="675" u="none" cap="none" strike="noStrike">
                <a:solidFill>
                  <a:schemeClr val="lt1"/>
                </a:solidFill>
                <a:latin typeface="Arial"/>
                <a:ea typeface="Arial"/>
                <a:cs typeface="Arial"/>
                <a:sym typeface="Arial"/>
              </a:defRPr>
            </a:lvl6pPr>
            <a:lvl7pPr indent="0" lvl="6" marL="0" marR="0" algn="ctr">
              <a:lnSpc>
                <a:spcPct val="100000"/>
              </a:lnSpc>
              <a:spcBef>
                <a:spcPts val="0"/>
              </a:spcBef>
              <a:spcAft>
                <a:spcPts val="0"/>
              </a:spcAft>
              <a:buClr>
                <a:srgbClr val="000000"/>
              </a:buClr>
              <a:buSzPts val="675"/>
              <a:buFont typeface="Arial"/>
              <a:buNone/>
              <a:defRPr b="1" i="0" sz="675" u="none" cap="none" strike="noStrike">
                <a:solidFill>
                  <a:schemeClr val="lt1"/>
                </a:solidFill>
                <a:latin typeface="Arial"/>
                <a:ea typeface="Arial"/>
                <a:cs typeface="Arial"/>
                <a:sym typeface="Arial"/>
              </a:defRPr>
            </a:lvl7pPr>
            <a:lvl8pPr indent="0" lvl="7" marL="0" marR="0" algn="ctr">
              <a:lnSpc>
                <a:spcPct val="100000"/>
              </a:lnSpc>
              <a:spcBef>
                <a:spcPts val="0"/>
              </a:spcBef>
              <a:spcAft>
                <a:spcPts val="0"/>
              </a:spcAft>
              <a:buClr>
                <a:srgbClr val="000000"/>
              </a:buClr>
              <a:buSzPts val="675"/>
              <a:buFont typeface="Arial"/>
              <a:buNone/>
              <a:defRPr b="1" i="0" sz="675" u="none" cap="none" strike="noStrike">
                <a:solidFill>
                  <a:schemeClr val="lt1"/>
                </a:solidFill>
                <a:latin typeface="Arial"/>
                <a:ea typeface="Arial"/>
                <a:cs typeface="Arial"/>
                <a:sym typeface="Arial"/>
              </a:defRPr>
            </a:lvl8pPr>
            <a:lvl9pPr indent="0" lvl="8" marL="0" marR="0" algn="ctr">
              <a:lnSpc>
                <a:spcPct val="100000"/>
              </a:lnSpc>
              <a:spcBef>
                <a:spcPts val="0"/>
              </a:spcBef>
              <a:spcAft>
                <a:spcPts val="0"/>
              </a:spcAft>
              <a:buClr>
                <a:srgbClr val="000000"/>
              </a:buClr>
              <a:buSzPts val="675"/>
              <a:buFont typeface="Arial"/>
              <a:buNone/>
              <a:defRPr b="1" i="0" sz="675"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cs-CZ"/>
              <a:t>‹#›</a:t>
            </a:fld>
            <a:endParaRPr/>
          </a:p>
        </p:txBody>
      </p:sp>
      <p:sp>
        <p:nvSpPr>
          <p:cNvPr id="49" name="Google Shape;49;p31"/>
          <p:cNvSpPr txBox="1"/>
          <p:nvPr>
            <p:ph idx="1" type="body"/>
          </p:nvPr>
        </p:nvSpPr>
        <p:spPr>
          <a:xfrm>
            <a:off x="480484" y="1079999"/>
            <a:ext cx="5376000" cy="5472000"/>
          </a:xfrm>
          <a:prstGeom prst="rect">
            <a:avLst/>
          </a:prstGeom>
          <a:noFill/>
          <a:ln>
            <a:noFill/>
          </a:ln>
        </p:spPr>
        <p:txBody>
          <a:bodyPr anchorCtr="0" anchor="t" bIns="0" lIns="0" spcFirstLastPara="1" rIns="0" wrap="square" tIns="0">
            <a:noAutofit/>
          </a:bodyPr>
          <a:lstStyle>
            <a:lvl1pPr indent="-314325" lvl="0" marL="457200" algn="l">
              <a:lnSpc>
                <a:spcPct val="100000"/>
              </a:lnSpc>
              <a:spcBef>
                <a:spcPts val="0"/>
              </a:spcBef>
              <a:spcAft>
                <a:spcPts val="0"/>
              </a:spcAft>
              <a:buSzPts val="1350"/>
              <a:buChar char="■"/>
              <a:defRPr/>
            </a:lvl1pPr>
            <a:lvl2pPr indent="-314325" lvl="1" marL="914400" algn="l">
              <a:lnSpc>
                <a:spcPct val="100000"/>
              </a:lnSpc>
              <a:spcBef>
                <a:spcPts val="500"/>
              </a:spcBef>
              <a:spcAft>
                <a:spcPts val="0"/>
              </a:spcAft>
              <a:buSzPts val="1350"/>
              <a:buChar char="■"/>
              <a:defRPr/>
            </a:lvl2pPr>
            <a:lvl3pPr indent="-314325" lvl="2" marL="1371600" algn="l">
              <a:lnSpc>
                <a:spcPct val="100000"/>
              </a:lnSpc>
              <a:spcBef>
                <a:spcPts val="300"/>
              </a:spcBef>
              <a:spcAft>
                <a:spcPts val="0"/>
              </a:spcAft>
              <a:buSzPts val="1350"/>
              <a:buChar char="■"/>
              <a:defRPr/>
            </a:lvl3pPr>
            <a:lvl4pPr indent="-314325" lvl="3" marL="1828800" algn="l">
              <a:lnSpc>
                <a:spcPct val="100000"/>
              </a:lnSpc>
              <a:spcBef>
                <a:spcPts val="300"/>
              </a:spcBef>
              <a:spcAft>
                <a:spcPts val="0"/>
              </a:spcAft>
              <a:buSzPts val="1350"/>
              <a:buChar char="■"/>
              <a:defRPr/>
            </a:lvl4pPr>
            <a:lvl5pPr indent="-314325" lvl="4" marL="2286000" algn="l">
              <a:lnSpc>
                <a:spcPct val="100000"/>
              </a:lnSpc>
              <a:spcBef>
                <a:spcPts val="200"/>
              </a:spcBef>
              <a:spcAft>
                <a:spcPts val="0"/>
              </a:spcAft>
              <a:buSzPts val="135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0" name="Google Shape;50;p31"/>
          <p:cNvSpPr txBox="1"/>
          <p:nvPr>
            <p:ph idx="2" type="body"/>
          </p:nvPr>
        </p:nvSpPr>
        <p:spPr>
          <a:xfrm>
            <a:off x="6336000" y="1079999"/>
            <a:ext cx="5376000" cy="5472000"/>
          </a:xfrm>
          <a:prstGeom prst="rect">
            <a:avLst/>
          </a:prstGeom>
          <a:noFill/>
          <a:ln>
            <a:noFill/>
          </a:ln>
        </p:spPr>
        <p:txBody>
          <a:bodyPr anchorCtr="0" anchor="t" bIns="0" lIns="0" spcFirstLastPara="1" rIns="0" wrap="square" tIns="0">
            <a:noAutofit/>
          </a:bodyPr>
          <a:lstStyle>
            <a:lvl1pPr indent="-314325" lvl="0" marL="457200" algn="l">
              <a:lnSpc>
                <a:spcPct val="100000"/>
              </a:lnSpc>
              <a:spcBef>
                <a:spcPts val="0"/>
              </a:spcBef>
              <a:spcAft>
                <a:spcPts val="0"/>
              </a:spcAft>
              <a:buSzPts val="1350"/>
              <a:buChar char="■"/>
              <a:defRPr/>
            </a:lvl1pPr>
            <a:lvl2pPr indent="-314325" lvl="1" marL="914400" algn="l">
              <a:lnSpc>
                <a:spcPct val="100000"/>
              </a:lnSpc>
              <a:spcBef>
                <a:spcPts val="500"/>
              </a:spcBef>
              <a:spcAft>
                <a:spcPts val="0"/>
              </a:spcAft>
              <a:buSzPts val="1350"/>
              <a:buChar char="■"/>
              <a:defRPr/>
            </a:lvl2pPr>
            <a:lvl3pPr indent="-314325" lvl="2" marL="1371600" algn="l">
              <a:lnSpc>
                <a:spcPct val="100000"/>
              </a:lnSpc>
              <a:spcBef>
                <a:spcPts val="300"/>
              </a:spcBef>
              <a:spcAft>
                <a:spcPts val="0"/>
              </a:spcAft>
              <a:buSzPts val="1350"/>
              <a:buChar char="■"/>
              <a:defRPr/>
            </a:lvl3pPr>
            <a:lvl4pPr indent="-314325" lvl="3" marL="1828800" algn="l">
              <a:lnSpc>
                <a:spcPct val="100000"/>
              </a:lnSpc>
              <a:spcBef>
                <a:spcPts val="300"/>
              </a:spcBef>
              <a:spcAft>
                <a:spcPts val="0"/>
              </a:spcAft>
              <a:buSzPts val="1350"/>
              <a:buChar char="■"/>
              <a:defRPr/>
            </a:lvl4pPr>
            <a:lvl5pPr indent="-314325" lvl="4" marL="2286000" algn="l">
              <a:lnSpc>
                <a:spcPct val="100000"/>
              </a:lnSpc>
              <a:spcBef>
                <a:spcPts val="200"/>
              </a:spcBef>
              <a:spcAft>
                <a:spcPts val="0"/>
              </a:spcAft>
              <a:buSzPts val="135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9" name="Shape 9"/>
        <p:cNvGrpSpPr/>
        <p:nvPr/>
      </p:nvGrpSpPr>
      <p:grpSpPr>
        <a:xfrm>
          <a:off x="0" y="0"/>
          <a:ext cx="0" cy="0"/>
          <a:chOff x="0" y="0"/>
          <a:chExt cx="0" cy="0"/>
        </a:xfrm>
      </p:grpSpPr>
      <p:sp>
        <p:nvSpPr>
          <p:cNvPr id="10" name="Google Shape;10;p25"/>
          <p:cNvSpPr/>
          <p:nvPr/>
        </p:nvSpPr>
        <p:spPr>
          <a:xfrm>
            <a:off x="11937600" y="6602400"/>
            <a:ext cx="255600" cy="255600"/>
          </a:xfrm>
          <a:prstGeom prst="rect">
            <a:avLst/>
          </a:prstGeom>
          <a:solidFill>
            <a:srgbClr val="00A4C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Arial"/>
              <a:ea typeface="Arial"/>
              <a:cs typeface="Arial"/>
              <a:sym typeface="Arial"/>
            </a:endParaRPr>
          </a:p>
        </p:txBody>
      </p:sp>
      <p:sp>
        <p:nvSpPr>
          <p:cNvPr id="11" name="Google Shape;11;p25"/>
          <p:cNvSpPr txBox="1"/>
          <p:nvPr>
            <p:ph type="title"/>
          </p:nvPr>
        </p:nvSpPr>
        <p:spPr>
          <a:xfrm>
            <a:off x="480000" y="1"/>
            <a:ext cx="11232000" cy="813415"/>
          </a:xfrm>
          <a:prstGeom prst="rect">
            <a:avLst/>
          </a:prstGeom>
          <a:noFill/>
          <a:ln>
            <a:noFill/>
          </a:ln>
        </p:spPr>
        <p:txBody>
          <a:bodyPr anchorCtr="0" anchor="b" bIns="45700" lIns="0" spcFirstLastPara="1" rIns="0" wrap="square" tIns="45700">
            <a:normAutofit/>
          </a:bodyPr>
          <a:lstStyle>
            <a:lvl1pPr lvl="0" marR="0" rtl="0" algn="l">
              <a:lnSpc>
                <a:spcPct val="100000"/>
              </a:lnSpc>
              <a:spcBef>
                <a:spcPts val="0"/>
              </a:spcBef>
              <a:spcAft>
                <a:spcPts val="0"/>
              </a:spcAft>
              <a:buClr>
                <a:srgbClr val="001E8C"/>
              </a:buClr>
              <a:buSzPts val="2800"/>
              <a:buFont typeface="Arial"/>
              <a:buNone/>
              <a:defRPr b="1" i="0" sz="2800" u="none" cap="none" strike="noStrike">
                <a:solidFill>
                  <a:srgbClr val="001E8C"/>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 name="Google Shape;12;p25"/>
          <p:cNvSpPr txBox="1"/>
          <p:nvPr>
            <p:ph idx="1" type="body"/>
          </p:nvPr>
        </p:nvSpPr>
        <p:spPr>
          <a:xfrm>
            <a:off x="480000" y="1080000"/>
            <a:ext cx="11232000" cy="5472000"/>
          </a:xfrm>
          <a:prstGeom prst="rect">
            <a:avLst/>
          </a:prstGeom>
          <a:noFill/>
          <a:ln>
            <a:noFill/>
          </a:ln>
        </p:spPr>
        <p:txBody>
          <a:bodyPr anchorCtr="0" anchor="t" bIns="0" lIns="0" spcFirstLastPara="1" rIns="0" wrap="square" tIns="0">
            <a:noAutofit/>
          </a:bodyPr>
          <a:lstStyle>
            <a:lvl1pPr indent="-342900" lvl="0" marL="457200" marR="0" rtl="0" algn="l">
              <a:lnSpc>
                <a:spcPct val="100000"/>
              </a:lnSpc>
              <a:spcBef>
                <a:spcPts val="0"/>
              </a:spcBef>
              <a:spcAft>
                <a:spcPts val="0"/>
              </a:spcAft>
              <a:buClr>
                <a:srgbClr val="00A4C7"/>
              </a:buClr>
              <a:buSzPts val="1800"/>
              <a:buFont typeface="Noto Sans Symbols"/>
              <a:buChar char="■"/>
              <a:defRPr b="0" i="0" sz="2400" u="none" cap="none" strike="noStrike">
                <a:solidFill>
                  <a:srgbClr val="536278"/>
                </a:solidFill>
                <a:latin typeface="Arial"/>
                <a:ea typeface="Arial"/>
                <a:cs typeface="Arial"/>
                <a:sym typeface="Arial"/>
              </a:defRPr>
            </a:lvl1pPr>
            <a:lvl2pPr indent="-323850" lvl="1" marL="914400" marR="0" rtl="0" algn="l">
              <a:lnSpc>
                <a:spcPct val="100000"/>
              </a:lnSpc>
              <a:spcBef>
                <a:spcPts val="500"/>
              </a:spcBef>
              <a:spcAft>
                <a:spcPts val="0"/>
              </a:spcAft>
              <a:buClr>
                <a:srgbClr val="001E8C"/>
              </a:buClr>
              <a:buSzPts val="1500"/>
              <a:buFont typeface="Noto Sans Symbols"/>
              <a:buChar char="■"/>
              <a:defRPr b="0" i="0" sz="2000" u="none" cap="none" strike="noStrike">
                <a:solidFill>
                  <a:srgbClr val="5D6C82"/>
                </a:solidFill>
                <a:latin typeface="Arial"/>
                <a:ea typeface="Arial"/>
                <a:cs typeface="Arial"/>
                <a:sym typeface="Arial"/>
              </a:defRPr>
            </a:lvl2pPr>
            <a:lvl3pPr indent="-314325" lvl="2" marL="1371600" marR="0" rtl="0" algn="l">
              <a:lnSpc>
                <a:spcPct val="100000"/>
              </a:lnSpc>
              <a:spcBef>
                <a:spcPts val="300"/>
              </a:spcBef>
              <a:spcAft>
                <a:spcPts val="0"/>
              </a:spcAft>
              <a:buClr>
                <a:srgbClr val="5D6C82"/>
              </a:buClr>
              <a:buSzPts val="1350"/>
              <a:buFont typeface="Noto Sans Symbols"/>
              <a:buChar char="■"/>
              <a:defRPr b="0" i="0" sz="1800" u="none" cap="none" strike="noStrike">
                <a:solidFill>
                  <a:srgbClr val="5D6C82"/>
                </a:solidFill>
                <a:latin typeface="Arial"/>
                <a:ea typeface="Arial"/>
                <a:cs typeface="Arial"/>
                <a:sym typeface="Arial"/>
              </a:defRPr>
            </a:lvl3pPr>
            <a:lvl4pPr indent="-304800" lvl="3" marL="1828800" marR="0" rtl="0" algn="l">
              <a:lnSpc>
                <a:spcPct val="100000"/>
              </a:lnSpc>
              <a:spcBef>
                <a:spcPts val="300"/>
              </a:spcBef>
              <a:spcAft>
                <a:spcPts val="0"/>
              </a:spcAft>
              <a:buClr>
                <a:srgbClr val="5D6C82"/>
              </a:buClr>
              <a:buSzPts val="1200"/>
              <a:buFont typeface="Noto Sans Symbols"/>
              <a:buChar char="■"/>
              <a:defRPr b="0" i="0" sz="1600" u="none" cap="none" strike="noStrike">
                <a:solidFill>
                  <a:srgbClr val="5D6C82"/>
                </a:solidFill>
                <a:latin typeface="Arial"/>
                <a:ea typeface="Arial"/>
                <a:cs typeface="Arial"/>
                <a:sym typeface="Arial"/>
              </a:defRPr>
            </a:lvl4pPr>
            <a:lvl5pPr indent="-295275" lvl="4" marL="2286000" marR="0" rtl="0" algn="l">
              <a:lnSpc>
                <a:spcPct val="100000"/>
              </a:lnSpc>
              <a:spcBef>
                <a:spcPts val="200"/>
              </a:spcBef>
              <a:spcAft>
                <a:spcPts val="0"/>
              </a:spcAft>
              <a:buClr>
                <a:srgbClr val="5D6C82"/>
              </a:buClr>
              <a:buSzPts val="1050"/>
              <a:buFont typeface="Noto Sans Symbols"/>
              <a:buChar char="■"/>
              <a:defRPr b="0" i="0" sz="1400" u="none" cap="none" strike="noStrike">
                <a:solidFill>
                  <a:srgbClr val="5D6C82"/>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
        <p:nvSpPr>
          <p:cNvPr id="13" name="Google Shape;13;p25"/>
          <p:cNvSpPr txBox="1"/>
          <p:nvPr>
            <p:ph idx="11" type="ftr"/>
          </p:nvPr>
        </p:nvSpPr>
        <p:spPr>
          <a:xfrm>
            <a:off x="7761600" y="6559120"/>
            <a:ext cx="4114800"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675" u="none" cap="none" strike="noStrike">
                <a:solidFill>
                  <a:srgbClr val="5D6C8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5"/>
          <p:cNvSpPr txBox="1"/>
          <p:nvPr>
            <p:ph idx="12" type="sldNum"/>
          </p:nvPr>
        </p:nvSpPr>
        <p:spPr>
          <a:xfrm>
            <a:off x="11862000" y="6550328"/>
            <a:ext cx="404468" cy="365125"/>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675"/>
              <a:buFont typeface="Arial"/>
              <a:buNone/>
              <a:defRPr b="1" i="0" sz="675" u="none" cap="none" strike="noStrike">
                <a:solidFill>
                  <a:schemeClr val="lt1"/>
                </a:solidFill>
                <a:latin typeface="Arial"/>
                <a:ea typeface="Arial"/>
                <a:cs typeface="Arial"/>
                <a:sym typeface="Arial"/>
              </a:defRPr>
            </a:lvl1pPr>
            <a:lvl2pPr indent="0" lvl="1" marL="0" marR="0" rtl="0" algn="ctr">
              <a:lnSpc>
                <a:spcPct val="100000"/>
              </a:lnSpc>
              <a:spcBef>
                <a:spcPts val="0"/>
              </a:spcBef>
              <a:spcAft>
                <a:spcPts val="0"/>
              </a:spcAft>
              <a:buClr>
                <a:srgbClr val="000000"/>
              </a:buClr>
              <a:buSzPts val="675"/>
              <a:buFont typeface="Arial"/>
              <a:buNone/>
              <a:defRPr b="1" i="0" sz="675" u="none" cap="none" strike="noStrike">
                <a:solidFill>
                  <a:schemeClr val="lt1"/>
                </a:solidFill>
                <a:latin typeface="Arial"/>
                <a:ea typeface="Arial"/>
                <a:cs typeface="Arial"/>
                <a:sym typeface="Arial"/>
              </a:defRPr>
            </a:lvl2pPr>
            <a:lvl3pPr indent="0" lvl="2" marL="0" marR="0" rtl="0" algn="ctr">
              <a:lnSpc>
                <a:spcPct val="100000"/>
              </a:lnSpc>
              <a:spcBef>
                <a:spcPts val="0"/>
              </a:spcBef>
              <a:spcAft>
                <a:spcPts val="0"/>
              </a:spcAft>
              <a:buClr>
                <a:srgbClr val="000000"/>
              </a:buClr>
              <a:buSzPts val="675"/>
              <a:buFont typeface="Arial"/>
              <a:buNone/>
              <a:defRPr b="1" i="0" sz="675" u="none" cap="none" strike="noStrike">
                <a:solidFill>
                  <a:schemeClr val="lt1"/>
                </a:solidFill>
                <a:latin typeface="Arial"/>
                <a:ea typeface="Arial"/>
                <a:cs typeface="Arial"/>
                <a:sym typeface="Arial"/>
              </a:defRPr>
            </a:lvl3pPr>
            <a:lvl4pPr indent="0" lvl="3" marL="0" marR="0" rtl="0" algn="ctr">
              <a:lnSpc>
                <a:spcPct val="100000"/>
              </a:lnSpc>
              <a:spcBef>
                <a:spcPts val="0"/>
              </a:spcBef>
              <a:spcAft>
                <a:spcPts val="0"/>
              </a:spcAft>
              <a:buClr>
                <a:srgbClr val="000000"/>
              </a:buClr>
              <a:buSzPts val="675"/>
              <a:buFont typeface="Arial"/>
              <a:buNone/>
              <a:defRPr b="1" i="0" sz="675" u="none" cap="none" strike="noStrike">
                <a:solidFill>
                  <a:schemeClr val="lt1"/>
                </a:solidFill>
                <a:latin typeface="Arial"/>
                <a:ea typeface="Arial"/>
                <a:cs typeface="Arial"/>
                <a:sym typeface="Arial"/>
              </a:defRPr>
            </a:lvl4pPr>
            <a:lvl5pPr indent="0" lvl="4" marL="0" marR="0" rtl="0" algn="ctr">
              <a:lnSpc>
                <a:spcPct val="100000"/>
              </a:lnSpc>
              <a:spcBef>
                <a:spcPts val="0"/>
              </a:spcBef>
              <a:spcAft>
                <a:spcPts val="0"/>
              </a:spcAft>
              <a:buClr>
                <a:srgbClr val="000000"/>
              </a:buClr>
              <a:buSzPts val="675"/>
              <a:buFont typeface="Arial"/>
              <a:buNone/>
              <a:defRPr b="1" i="0" sz="675" u="none" cap="none" strike="noStrike">
                <a:solidFill>
                  <a:schemeClr val="lt1"/>
                </a:solidFill>
                <a:latin typeface="Arial"/>
                <a:ea typeface="Arial"/>
                <a:cs typeface="Arial"/>
                <a:sym typeface="Arial"/>
              </a:defRPr>
            </a:lvl5pPr>
            <a:lvl6pPr indent="0" lvl="5" marL="0" marR="0" rtl="0" algn="ctr">
              <a:lnSpc>
                <a:spcPct val="100000"/>
              </a:lnSpc>
              <a:spcBef>
                <a:spcPts val="0"/>
              </a:spcBef>
              <a:spcAft>
                <a:spcPts val="0"/>
              </a:spcAft>
              <a:buClr>
                <a:srgbClr val="000000"/>
              </a:buClr>
              <a:buSzPts val="675"/>
              <a:buFont typeface="Arial"/>
              <a:buNone/>
              <a:defRPr b="1" i="0" sz="675" u="none" cap="none" strike="noStrike">
                <a:solidFill>
                  <a:schemeClr val="lt1"/>
                </a:solidFill>
                <a:latin typeface="Arial"/>
                <a:ea typeface="Arial"/>
                <a:cs typeface="Arial"/>
                <a:sym typeface="Arial"/>
              </a:defRPr>
            </a:lvl6pPr>
            <a:lvl7pPr indent="0" lvl="6" marL="0" marR="0" rtl="0" algn="ctr">
              <a:lnSpc>
                <a:spcPct val="100000"/>
              </a:lnSpc>
              <a:spcBef>
                <a:spcPts val="0"/>
              </a:spcBef>
              <a:spcAft>
                <a:spcPts val="0"/>
              </a:spcAft>
              <a:buClr>
                <a:srgbClr val="000000"/>
              </a:buClr>
              <a:buSzPts val="675"/>
              <a:buFont typeface="Arial"/>
              <a:buNone/>
              <a:defRPr b="1" i="0" sz="675" u="none" cap="none" strike="noStrike">
                <a:solidFill>
                  <a:schemeClr val="lt1"/>
                </a:solidFill>
                <a:latin typeface="Arial"/>
                <a:ea typeface="Arial"/>
                <a:cs typeface="Arial"/>
                <a:sym typeface="Arial"/>
              </a:defRPr>
            </a:lvl7pPr>
            <a:lvl8pPr indent="0" lvl="7" marL="0" marR="0" rtl="0" algn="ctr">
              <a:lnSpc>
                <a:spcPct val="100000"/>
              </a:lnSpc>
              <a:spcBef>
                <a:spcPts val="0"/>
              </a:spcBef>
              <a:spcAft>
                <a:spcPts val="0"/>
              </a:spcAft>
              <a:buClr>
                <a:srgbClr val="000000"/>
              </a:buClr>
              <a:buSzPts val="675"/>
              <a:buFont typeface="Arial"/>
              <a:buNone/>
              <a:defRPr b="1" i="0" sz="675" u="none" cap="none" strike="noStrike">
                <a:solidFill>
                  <a:schemeClr val="lt1"/>
                </a:solidFill>
                <a:latin typeface="Arial"/>
                <a:ea typeface="Arial"/>
                <a:cs typeface="Arial"/>
                <a:sym typeface="Arial"/>
              </a:defRPr>
            </a:lvl8pPr>
            <a:lvl9pPr indent="0" lvl="8" marL="0" marR="0" rtl="0" algn="ctr">
              <a:lnSpc>
                <a:spcPct val="100000"/>
              </a:lnSpc>
              <a:spcBef>
                <a:spcPts val="0"/>
              </a:spcBef>
              <a:spcAft>
                <a:spcPts val="0"/>
              </a:spcAft>
              <a:buClr>
                <a:srgbClr val="000000"/>
              </a:buClr>
              <a:buSzPts val="675"/>
              <a:buFont typeface="Arial"/>
              <a:buNone/>
              <a:defRPr b="1" i="0" sz="675" u="none" cap="none" strike="noStrike">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cs-CZ"/>
              <a:t>‹#›</a:t>
            </a:fld>
            <a:endParaRPr/>
          </a:p>
        </p:txBody>
      </p:sp>
      <p:cxnSp>
        <p:nvCxnSpPr>
          <p:cNvPr id="15" name="Google Shape;15;p25"/>
          <p:cNvCxnSpPr/>
          <p:nvPr/>
        </p:nvCxnSpPr>
        <p:spPr>
          <a:xfrm>
            <a:off x="0" y="822208"/>
            <a:ext cx="12191999" cy="0"/>
          </a:xfrm>
          <a:prstGeom prst="straightConnector1">
            <a:avLst/>
          </a:prstGeom>
          <a:noFill/>
          <a:ln cap="flat" cmpd="sng" w="25400">
            <a:solidFill>
              <a:srgbClr val="00428F"/>
            </a:solidFill>
            <a:prstDash val="solid"/>
            <a:miter lim="800000"/>
            <a:headEnd len="sm" w="sm" type="none"/>
            <a:tailEnd len="sm" w="sm" type="none"/>
          </a:ln>
        </p:spPr>
      </p:cxnSp>
      <p:sp>
        <p:nvSpPr>
          <p:cNvPr id="16" name="Google Shape;16;p25"/>
          <p:cNvSpPr txBox="1"/>
          <p:nvPr>
            <p:ph idx="10" type="dt"/>
          </p:nvPr>
        </p:nvSpPr>
        <p:spPr>
          <a:xfrm>
            <a:off x="720000" y="6356357"/>
            <a:ext cx="2743200" cy="365125"/>
          </a:xfrm>
          <a:prstGeom prst="rect">
            <a:avLst/>
          </a:prstGeom>
          <a:noFill/>
          <a:ln>
            <a:noFill/>
          </a:ln>
        </p:spPr>
        <p:txBody>
          <a:bodyPr anchorCtr="0" anchor="ctr" bIns="45700" lIns="0" spcFirstLastPara="1" rIns="0"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
          <p:cNvSpPr txBox="1"/>
          <p:nvPr>
            <p:ph type="title"/>
          </p:nvPr>
        </p:nvSpPr>
        <p:spPr>
          <a:xfrm>
            <a:off x="720000" y="1965600"/>
            <a:ext cx="10752000" cy="1173600"/>
          </a:xfrm>
          <a:prstGeom prst="rect">
            <a:avLst/>
          </a:prstGeom>
          <a:noFill/>
          <a:ln>
            <a:noFill/>
          </a:ln>
        </p:spPr>
        <p:txBody>
          <a:bodyPr anchorCtr="0" anchor="b" bIns="45700" lIns="0" spcFirstLastPara="1" rIns="0" wrap="square" tIns="45700">
            <a:normAutofit/>
          </a:bodyPr>
          <a:lstStyle/>
          <a:p>
            <a:pPr indent="0" lvl="0" marL="0" rtl="0" algn="l">
              <a:lnSpc>
                <a:spcPct val="100000"/>
              </a:lnSpc>
              <a:spcBef>
                <a:spcPts val="0"/>
              </a:spcBef>
              <a:spcAft>
                <a:spcPts val="0"/>
              </a:spcAft>
              <a:buClr>
                <a:srgbClr val="00D0D5"/>
              </a:buClr>
              <a:buSzPts val="6525"/>
              <a:buFont typeface="Arial"/>
              <a:buNone/>
            </a:pPr>
            <a:r>
              <a:rPr lang="cs-CZ"/>
              <a:t>Unicorn University</a:t>
            </a:r>
            <a:endParaRPr/>
          </a:p>
        </p:txBody>
      </p:sp>
      <p:sp>
        <p:nvSpPr>
          <p:cNvPr id="56" name="Google Shape;56;p1"/>
          <p:cNvSpPr txBox="1"/>
          <p:nvPr>
            <p:ph idx="1" type="subTitle"/>
          </p:nvPr>
        </p:nvSpPr>
        <p:spPr>
          <a:xfrm>
            <a:off x="720000" y="3240001"/>
            <a:ext cx="10752000" cy="769441"/>
          </a:xfrm>
          <a:prstGeom prst="rect">
            <a:avLst/>
          </a:prstGeom>
          <a:noFill/>
          <a:ln>
            <a:noFill/>
          </a:ln>
        </p:spPr>
        <p:txBody>
          <a:bodyPr anchorCtr="0" anchor="t" bIns="0" lIns="0" spcFirstLastPara="1" rIns="0" wrap="square" tIns="0">
            <a:spAutoFit/>
          </a:bodyPr>
          <a:lstStyle/>
          <a:p>
            <a:pPr indent="0" lvl="0" marL="0" rtl="0" algn="l">
              <a:lnSpc>
                <a:spcPct val="115384"/>
              </a:lnSpc>
              <a:spcBef>
                <a:spcPts val="0"/>
              </a:spcBef>
              <a:spcAft>
                <a:spcPts val="0"/>
              </a:spcAft>
              <a:buSzPts val="1950"/>
              <a:buNone/>
            </a:pPr>
            <a:r>
              <a:rPr lang="cs-CZ"/>
              <a:t>Interpretace a prezentace dat </a:t>
            </a:r>
            <a:r>
              <a:rPr lang="cs-CZ"/>
              <a:t>ZS 2020/2021: </a:t>
            </a:r>
            <a:br>
              <a:rPr lang="cs-CZ"/>
            </a:br>
            <a:r>
              <a:rPr lang="cs-CZ"/>
              <a:t>Dashboard</a:t>
            </a:r>
            <a:endParaRPr/>
          </a:p>
        </p:txBody>
      </p:sp>
      <p:sp>
        <p:nvSpPr>
          <p:cNvPr id="57" name="Google Shape;57;p1"/>
          <p:cNvSpPr txBox="1"/>
          <p:nvPr>
            <p:ph idx="2" type="body"/>
          </p:nvPr>
        </p:nvSpPr>
        <p:spPr>
          <a:xfrm>
            <a:off x="720000" y="5164668"/>
            <a:ext cx="3652091" cy="33690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350"/>
              <a:buNone/>
            </a:pPr>
            <a:r>
              <a:rPr lang="cs-CZ"/>
              <a:t>Roman	</a:t>
            </a:r>
            <a:endParaRPr/>
          </a:p>
        </p:txBody>
      </p:sp>
      <p:sp>
        <p:nvSpPr>
          <p:cNvPr id="58" name="Google Shape;58;p1"/>
          <p:cNvSpPr txBox="1"/>
          <p:nvPr>
            <p:ph idx="3" type="body"/>
          </p:nvPr>
        </p:nvSpPr>
        <p:spPr>
          <a:xfrm>
            <a:off x="720000" y="5563253"/>
            <a:ext cx="3652091" cy="336905"/>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350"/>
              <a:buNone/>
            </a:pPr>
            <a:r>
              <a:rPr lang="cs-CZ"/>
              <a:t>Reztsov</a:t>
            </a:r>
            <a:endParaRPr/>
          </a:p>
        </p:txBody>
      </p:sp>
      <p:sp>
        <p:nvSpPr>
          <p:cNvPr id="59" name="Google Shape;59;p1"/>
          <p:cNvSpPr txBox="1"/>
          <p:nvPr>
            <p:ph idx="10" type="dt"/>
          </p:nvPr>
        </p:nvSpPr>
        <p:spPr>
          <a:xfrm>
            <a:off x="720000" y="6356357"/>
            <a:ext cx="2743200" cy="365125"/>
          </a:xfrm>
          <a:prstGeom prst="rect">
            <a:avLst/>
          </a:prstGeom>
          <a:noFill/>
          <a:ln>
            <a:noFill/>
          </a:ln>
        </p:spPr>
        <p:txBody>
          <a:bodyPr anchorCtr="0" anchor="ctr" bIns="45700" lIns="0" spcFirstLastPara="1" rIns="0" wrap="square" tIns="45700">
            <a:noAutofit/>
          </a:bodyPr>
          <a:lstStyle/>
          <a:p>
            <a:pPr indent="0" lvl="0" marL="0" rtl="0" algn="l">
              <a:lnSpc>
                <a:spcPct val="100000"/>
              </a:lnSpc>
              <a:spcBef>
                <a:spcPts val="0"/>
              </a:spcBef>
              <a:spcAft>
                <a:spcPts val="0"/>
              </a:spcAft>
              <a:buSzPts val="1400"/>
              <a:buNone/>
            </a:pPr>
            <a:r>
              <a:rPr lang="cs-CZ"/>
              <a:t>22.01.2021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2"/>
          <p:cNvSpPr txBox="1"/>
          <p:nvPr>
            <p:ph idx="11" type="ftr"/>
          </p:nvPr>
        </p:nvSpPr>
        <p:spPr>
          <a:xfrm>
            <a:off x="7761600" y="6559120"/>
            <a:ext cx="41148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cs-CZ"/>
              <a:t>Copyright © Unicorn Vysoká škola s.r.o.</a:t>
            </a:r>
            <a:endParaRPr/>
          </a:p>
        </p:txBody>
      </p:sp>
      <p:sp>
        <p:nvSpPr>
          <p:cNvPr id="65" name="Google Shape;65;p2"/>
          <p:cNvSpPr txBox="1"/>
          <p:nvPr>
            <p:ph idx="12" type="sldNum"/>
          </p:nvPr>
        </p:nvSpPr>
        <p:spPr>
          <a:xfrm>
            <a:off x="11862000" y="6550328"/>
            <a:ext cx="404468"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600"/>
              <a:buNone/>
            </a:pPr>
            <a:fld id="{00000000-1234-1234-1234-123412341234}" type="slidenum">
              <a:rPr lang="cs-CZ"/>
              <a:t>‹#›</a:t>
            </a:fld>
            <a:endParaRPr/>
          </a:p>
        </p:txBody>
      </p:sp>
      <p:sp>
        <p:nvSpPr>
          <p:cNvPr id="66" name="Google Shape;66;p2"/>
          <p:cNvSpPr txBox="1"/>
          <p:nvPr>
            <p:ph type="title"/>
          </p:nvPr>
        </p:nvSpPr>
        <p:spPr>
          <a:xfrm>
            <a:off x="480000" y="1"/>
            <a:ext cx="11232000" cy="813415"/>
          </a:xfrm>
          <a:prstGeom prst="rect">
            <a:avLst/>
          </a:prstGeom>
          <a:noFill/>
          <a:ln>
            <a:noFill/>
          </a:ln>
        </p:spPr>
        <p:txBody>
          <a:bodyPr anchorCtr="0" anchor="b" bIns="45700" lIns="0" spcFirstLastPara="1" rIns="0" wrap="square" tIns="45700">
            <a:normAutofit/>
          </a:bodyPr>
          <a:lstStyle/>
          <a:p>
            <a:pPr indent="0" lvl="0" marL="0" rtl="0" algn="l">
              <a:lnSpc>
                <a:spcPct val="100000"/>
              </a:lnSpc>
              <a:spcBef>
                <a:spcPts val="0"/>
              </a:spcBef>
              <a:spcAft>
                <a:spcPts val="0"/>
              </a:spcAft>
              <a:buClr>
                <a:srgbClr val="001E8C"/>
              </a:buClr>
              <a:buSzPts val="2800"/>
              <a:buFont typeface="Arial"/>
              <a:buNone/>
            </a:pPr>
            <a:r>
              <a:rPr lang="cs-CZ"/>
              <a:t>Agenda</a:t>
            </a:r>
            <a:endParaRPr/>
          </a:p>
        </p:txBody>
      </p:sp>
      <p:sp>
        <p:nvSpPr>
          <p:cNvPr id="67" name="Google Shape;67;p2"/>
          <p:cNvSpPr txBox="1"/>
          <p:nvPr>
            <p:ph idx="1" type="body"/>
          </p:nvPr>
        </p:nvSpPr>
        <p:spPr>
          <a:xfrm>
            <a:off x="480000" y="1080000"/>
            <a:ext cx="11232000" cy="5472000"/>
          </a:xfrm>
          <a:prstGeom prst="rect">
            <a:avLst/>
          </a:prstGeom>
          <a:noFill/>
          <a:ln>
            <a:noFill/>
          </a:ln>
        </p:spPr>
        <p:txBody>
          <a:bodyPr anchorCtr="0" anchor="t" bIns="0" lIns="0" spcFirstLastPara="1" rIns="0" wrap="square" tIns="0">
            <a:noAutofit/>
          </a:bodyPr>
          <a:lstStyle/>
          <a:p>
            <a:pPr indent="-288000" lvl="0" marL="288000" rtl="0" algn="l">
              <a:lnSpc>
                <a:spcPct val="100000"/>
              </a:lnSpc>
              <a:spcBef>
                <a:spcPts val="0"/>
              </a:spcBef>
              <a:spcAft>
                <a:spcPts val="0"/>
              </a:spcAft>
              <a:buSzPts val="1800"/>
              <a:buChar char="■"/>
            </a:pPr>
            <a:r>
              <a:rPr lang="cs-CZ"/>
              <a:t>D</a:t>
            </a:r>
            <a:r>
              <a:rPr lang="cs-CZ"/>
              <a:t>ataset</a:t>
            </a:r>
            <a:endParaRPr/>
          </a:p>
          <a:p>
            <a:pPr indent="-288000" lvl="0" marL="288000" rtl="0" algn="l">
              <a:lnSpc>
                <a:spcPct val="100000"/>
              </a:lnSpc>
              <a:spcBef>
                <a:spcPts val="500"/>
              </a:spcBef>
              <a:spcAft>
                <a:spcPts val="0"/>
              </a:spcAft>
              <a:buSzPts val="1800"/>
              <a:buChar char="■"/>
            </a:pPr>
            <a:r>
              <a:rPr lang="cs-CZ"/>
              <a:t>Cíl a uživatel</a:t>
            </a:r>
            <a:endParaRPr/>
          </a:p>
          <a:p>
            <a:pPr indent="-288000" lvl="0" marL="288000" rtl="0" algn="l">
              <a:lnSpc>
                <a:spcPct val="100000"/>
              </a:lnSpc>
              <a:spcBef>
                <a:spcPts val="500"/>
              </a:spcBef>
              <a:spcAft>
                <a:spcPts val="0"/>
              </a:spcAft>
              <a:buSzPts val="1800"/>
              <a:buChar char="■"/>
            </a:pPr>
            <a:r>
              <a:rPr lang="cs-CZ"/>
              <a:t>Typ, periody a ukazatele</a:t>
            </a:r>
            <a:endParaRPr/>
          </a:p>
          <a:p>
            <a:pPr indent="-288000" lvl="0" marL="288000" rtl="0" algn="l">
              <a:lnSpc>
                <a:spcPct val="100000"/>
              </a:lnSpc>
              <a:spcBef>
                <a:spcPts val="500"/>
              </a:spcBef>
              <a:spcAft>
                <a:spcPts val="0"/>
              </a:spcAft>
              <a:buSzPts val="1800"/>
              <a:buChar char="■"/>
            </a:pPr>
            <a:r>
              <a:rPr lang="cs-CZ"/>
              <a:t>Popis grafů a metrik</a:t>
            </a:r>
            <a:endParaRPr/>
          </a:p>
          <a:p>
            <a:pPr indent="0" lvl="0" marL="457200" rtl="0" algn="l">
              <a:lnSpc>
                <a:spcPct val="100000"/>
              </a:lnSpc>
              <a:spcBef>
                <a:spcPts val="50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3"/>
          <p:cNvSpPr txBox="1"/>
          <p:nvPr>
            <p:ph idx="11" type="ftr"/>
          </p:nvPr>
        </p:nvSpPr>
        <p:spPr>
          <a:xfrm>
            <a:off x="7761600" y="6559120"/>
            <a:ext cx="41148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cs-CZ"/>
              <a:t>Copyright © Unicorn Vysoká škola s.r.o.</a:t>
            </a:r>
            <a:endParaRPr/>
          </a:p>
        </p:txBody>
      </p:sp>
      <p:sp>
        <p:nvSpPr>
          <p:cNvPr id="73" name="Google Shape;73;p3"/>
          <p:cNvSpPr txBox="1"/>
          <p:nvPr>
            <p:ph idx="12" type="sldNum"/>
          </p:nvPr>
        </p:nvSpPr>
        <p:spPr>
          <a:xfrm>
            <a:off x="11862000" y="6550328"/>
            <a:ext cx="404468"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600"/>
              <a:buNone/>
            </a:pPr>
            <a:fld id="{00000000-1234-1234-1234-123412341234}" type="slidenum">
              <a:rPr lang="cs-CZ"/>
              <a:t>‹#›</a:t>
            </a:fld>
            <a:endParaRPr/>
          </a:p>
        </p:txBody>
      </p:sp>
      <p:sp>
        <p:nvSpPr>
          <p:cNvPr id="74" name="Google Shape;74;p3"/>
          <p:cNvSpPr txBox="1"/>
          <p:nvPr>
            <p:ph type="title"/>
          </p:nvPr>
        </p:nvSpPr>
        <p:spPr>
          <a:xfrm>
            <a:off x="480000" y="1"/>
            <a:ext cx="11232000" cy="813415"/>
          </a:xfrm>
          <a:prstGeom prst="rect">
            <a:avLst/>
          </a:prstGeom>
          <a:noFill/>
          <a:ln>
            <a:noFill/>
          </a:ln>
        </p:spPr>
        <p:txBody>
          <a:bodyPr anchorCtr="0" anchor="b" bIns="45700" lIns="0" spcFirstLastPara="1" rIns="0" wrap="square" tIns="45700">
            <a:normAutofit/>
          </a:bodyPr>
          <a:lstStyle/>
          <a:p>
            <a:pPr indent="0" lvl="0" marL="0" rtl="0" algn="l">
              <a:lnSpc>
                <a:spcPct val="100000"/>
              </a:lnSpc>
              <a:spcBef>
                <a:spcPts val="0"/>
              </a:spcBef>
              <a:spcAft>
                <a:spcPts val="0"/>
              </a:spcAft>
              <a:buClr>
                <a:srgbClr val="001E8C"/>
              </a:buClr>
              <a:buSzPts val="2800"/>
              <a:buFont typeface="Arial"/>
              <a:buNone/>
            </a:pPr>
            <a:r>
              <a:rPr lang="cs-CZ"/>
              <a:t>Dataset</a:t>
            </a:r>
            <a:endParaRPr/>
          </a:p>
        </p:txBody>
      </p:sp>
      <p:sp>
        <p:nvSpPr>
          <p:cNvPr id="75" name="Google Shape;75;p3"/>
          <p:cNvSpPr txBox="1"/>
          <p:nvPr>
            <p:ph idx="1" type="body"/>
          </p:nvPr>
        </p:nvSpPr>
        <p:spPr>
          <a:xfrm>
            <a:off x="480000" y="1080000"/>
            <a:ext cx="11232000" cy="5472000"/>
          </a:xfrm>
          <a:prstGeom prst="rect">
            <a:avLst/>
          </a:prstGeom>
          <a:noFill/>
          <a:ln>
            <a:noFill/>
          </a:ln>
        </p:spPr>
        <p:txBody>
          <a:bodyPr anchorCtr="0" anchor="t" bIns="0" lIns="0" spcFirstLastPara="1" rIns="0" wrap="square" tIns="0">
            <a:noAutofit/>
          </a:bodyPr>
          <a:lstStyle/>
          <a:p>
            <a:pPr indent="0" lvl="0" marL="419249" rtl="0" algn="l">
              <a:lnSpc>
                <a:spcPct val="100000"/>
              </a:lnSpc>
              <a:spcBef>
                <a:spcPts val="500"/>
              </a:spcBef>
              <a:spcAft>
                <a:spcPts val="0"/>
              </a:spcAft>
              <a:buNone/>
            </a:pPr>
            <a:r>
              <a:t/>
            </a:r>
            <a:endParaRPr/>
          </a:p>
          <a:p>
            <a:pPr indent="0" lvl="0" marL="419249" rtl="0" algn="l">
              <a:lnSpc>
                <a:spcPct val="100000"/>
              </a:lnSpc>
              <a:spcBef>
                <a:spcPts val="500"/>
              </a:spcBef>
              <a:spcAft>
                <a:spcPts val="0"/>
              </a:spcAft>
              <a:buNone/>
            </a:pPr>
            <a:r>
              <a:rPr lang="cs-CZ" sz="2400">
                <a:solidFill>
                  <a:srgbClr val="536278"/>
                </a:solidFill>
              </a:rPr>
              <a:t>Pro vývoj </a:t>
            </a:r>
            <a:r>
              <a:rPr lang="cs-CZ"/>
              <a:t>dashboardu</a:t>
            </a:r>
            <a:r>
              <a:rPr lang="cs-CZ" sz="2400">
                <a:solidFill>
                  <a:srgbClr val="536278"/>
                </a:solidFill>
              </a:rPr>
              <a:t> byla vybraná data historie aktivit klientů na stránkách eshopu</a:t>
            </a:r>
            <a:r>
              <a:rPr lang="cs-CZ"/>
              <a:t>, který prodává kosmetiku</a:t>
            </a:r>
            <a:r>
              <a:rPr lang="cs-CZ" sz="2400">
                <a:solidFill>
                  <a:srgbClr val="536278"/>
                </a:solidFill>
              </a:rPr>
              <a:t>. Data jsou zveřejněna na webu www.kaggle.com. Dataset má data za 5 měsíců v csv souborech. Každý měsíc obsahuje kolem 4 miliony pozorování.</a:t>
            </a:r>
            <a:endParaRPr sz="2400">
              <a:solidFill>
                <a:srgbClr val="536278"/>
              </a:solidFill>
            </a:endParaRPr>
          </a:p>
          <a:p>
            <a:pPr indent="-156749" lvl="0" marL="575999" rtl="0" algn="l">
              <a:lnSpc>
                <a:spcPct val="100000"/>
              </a:lnSpc>
              <a:spcBef>
                <a:spcPts val="500"/>
              </a:spcBef>
              <a:spcAft>
                <a:spcPts val="0"/>
              </a:spcAft>
              <a:buNone/>
            </a:pPr>
            <a:r>
              <a:t/>
            </a:r>
            <a:endParaRPr sz="2400">
              <a:solidFill>
                <a:srgbClr val="536278"/>
              </a:solidFill>
            </a:endParaRPr>
          </a:p>
          <a:p>
            <a:pPr indent="-156749" lvl="0" marL="575999" rtl="0" algn="l">
              <a:lnSpc>
                <a:spcPct val="100000"/>
              </a:lnSpc>
              <a:spcBef>
                <a:spcPts val="500"/>
              </a:spcBef>
              <a:spcAft>
                <a:spcPts val="0"/>
              </a:spcAft>
              <a:buNone/>
            </a:pPr>
            <a:r>
              <a:rPr lang="cs-CZ" sz="2400">
                <a:solidFill>
                  <a:srgbClr val="536278"/>
                </a:solidFill>
              </a:rPr>
              <a:t>Proč jsem vybral ten dataset?</a:t>
            </a:r>
            <a:endParaRPr sz="2400">
              <a:solidFill>
                <a:srgbClr val="536278"/>
              </a:solidFill>
            </a:endParaRPr>
          </a:p>
          <a:p>
            <a:pPr indent="-156749" lvl="0" marL="575999" rtl="0" algn="l">
              <a:lnSpc>
                <a:spcPct val="100000"/>
              </a:lnSpc>
              <a:spcBef>
                <a:spcPts val="500"/>
              </a:spcBef>
              <a:spcAft>
                <a:spcPts val="0"/>
              </a:spcAft>
              <a:buNone/>
            </a:pPr>
            <a:r>
              <a:rPr lang="cs-CZ" sz="2400">
                <a:solidFill>
                  <a:srgbClr val="536278"/>
                </a:solidFill>
              </a:rPr>
              <a:t>1) Má dost pozorování</a:t>
            </a:r>
            <a:endParaRPr sz="2400">
              <a:solidFill>
                <a:srgbClr val="536278"/>
              </a:solidFill>
            </a:endParaRPr>
          </a:p>
          <a:p>
            <a:pPr indent="-156749" lvl="0" marL="575999" rtl="0" algn="l">
              <a:lnSpc>
                <a:spcPct val="100000"/>
              </a:lnSpc>
              <a:spcBef>
                <a:spcPts val="500"/>
              </a:spcBef>
              <a:spcAft>
                <a:spcPts val="0"/>
              </a:spcAft>
              <a:buNone/>
            </a:pPr>
            <a:r>
              <a:rPr lang="cs-CZ" sz="2400">
                <a:solidFill>
                  <a:srgbClr val="536278"/>
                </a:solidFill>
              </a:rPr>
              <a:t>2) Obsahuje ukazatele, které se sledují v reálních firmách.</a:t>
            </a:r>
            <a:endParaRPr sz="2400">
              <a:solidFill>
                <a:srgbClr val="536278"/>
              </a:solidFill>
            </a:endParaRPr>
          </a:p>
          <a:p>
            <a:pPr indent="-156749" lvl="1" marL="575999" rtl="0" algn="l">
              <a:lnSpc>
                <a:spcPct val="100000"/>
              </a:lnSpc>
              <a:spcBef>
                <a:spcPts val="500"/>
              </a:spcBef>
              <a:spcAft>
                <a:spcPts val="0"/>
              </a:spcAft>
              <a:buSzPts val="1500"/>
              <a:buNone/>
            </a:pPr>
            <a:r>
              <a:rPr lang="cs-CZ" sz="2400">
                <a:solidFill>
                  <a:srgbClr val="536278"/>
                </a:solidFill>
              </a:rPr>
              <a:t>3) Mám </a:t>
            </a:r>
            <a:r>
              <a:rPr lang="cs-CZ" sz="2400">
                <a:solidFill>
                  <a:srgbClr val="536278"/>
                </a:solidFill>
              </a:rPr>
              <a:t>zkušenosti</a:t>
            </a:r>
            <a:r>
              <a:rPr lang="cs-CZ" sz="2400">
                <a:solidFill>
                  <a:srgbClr val="536278"/>
                </a:solidFill>
              </a:rPr>
              <a:t> v analýze ukazatelů pro eshop</a:t>
            </a:r>
            <a:endParaRPr sz="2400">
              <a:solidFill>
                <a:srgbClr val="536278"/>
              </a:solidFill>
            </a:endParaRPr>
          </a:p>
          <a:p>
            <a:pPr indent="-156750" lvl="1" marL="576000" rtl="0" algn="l">
              <a:lnSpc>
                <a:spcPct val="100000"/>
              </a:lnSpc>
              <a:spcBef>
                <a:spcPts val="300"/>
              </a:spcBef>
              <a:spcAft>
                <a:spcPts val="0"/>
              </a:spcAft>
              <a:buSzPts val="1500"/>
              <a:buNone/>
            </a:pPr>
            <a:r>
              <a:t/>
            </a:r>
            <a:endParaRPr i="1"/>
          </a:p>
          <a:p>
            <a:pPr indent="-156750" lvl="1" marL="576000" rtl="0" algn="l">
              <a:lnSpc>
                <a:spcPct val="100000"/>
              </a:lnSpc>
              <a:spcBef>
                <a:spcPts val="300"/>
              </a:spcBef>
              <a:spcAft>
                <a:spcPts val="0"/>
              </a:spcAft>
              <a:buSzPts val="1500"/>
              <a:buNone/>
            </a:pPr>
            <a:r>
              <a:t/>
            </a:r>
            <a:endParaRPr i="1"/>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4"/>
          <p:cNvSpPr txBox="1"/>
          <p:nvPr>
            <p:ph idx="11" type="ftr"/>
          </p:nvPr>
        </p:nvSpPr>
        <p:spPr>
          <a:xfrm>
            <a:off x="7761600" y="6559120"/>
            <a:ext cx="41148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cs-CZ"/>
              <a:t>Copyright © Unicorn Vysoká škola s.r.o.</a:t>
            </a:r>
            <a:endParaRPr/>
          </a:p>
        </p:txBody>
      </p:sp>
      <p:sp>
        <p:nvSpPr>
          <p:cNvPr id="81" name="Google Shape;81;p4"/>
          <p:cNvSpPr txBox="1"/>
          <p:nvPr>
            <p:ph idx="12" type="sldNum"/>
          </p:nvPr>
        </p:nvSpPr>
        <p:spPr>
          <a:xfrm>
            <a:off x="11862000" y="6550328"/>
            <a:ext cx="404468"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600"/>
              <a:buNone/>
            </a:pPr>
            <a:fld id="{00000000-1234-1234-1234-123412341234}" type="slidenum">
              <a:rPr lang="cs-CZ"/>
              <a:t>‹#›</a:t>
            </a:fld>
            <a:endParaRPr/>
          </a:p>
        </p:txBody>
      </p:sp>
      <p:sp>
        <p:nvSpPr>
          <p:cNvPr id="82" name="Google Shape;82;p4"/>
          <p:cNvSpPr txBox="1"/>
          <p:nvPr>
            <p:ph type="title"/>
          </p:nvPr>
        </p:nvSpPr>
        <p:spPr>
          <a:xfrm>
            <a:off x="480000" y="1"/>
            <a:ext cx="11232000" cy="813415"/>
          </a:xfrm>
          <a:prstGeom prst="rect">
            <a:avLst/>
          </a:prstGeom>
          <a:noFill/>
          <a:ln>
            <a:noFill/>
          </a:ln>
        </p:spPr>
        <p:txBody>
          <a:bodyPr anchorCtr="0" anchor="b" bIns="45700" lIns="0" spcFirstLastPara="1" rIns="0" wrap="square" tIns="45700">
            <a:normAutofit/>
          </a:bodyPr>
          <a:lstStyle/>
          <a:p>
            <a:pPr indent="0" lvl="0" marL="0" rtl="0" algn="l">
              <a:lnSpc>
                <a:spcPct val="100000"/>
              </a:lnSpc>
              <a:spcBef>
                <a:spcPts val="0"/>
              </a:spcBef>
              <a:spcAft>
                <a:spcPts val="0"/>
              </a:spcAft>
              <a:buClr>
                <a:srgbClr val="001E8C"/>
              </a:buClr>
              <a:buSzPts val="2800"/>
              <a:buFont typeface="Arial"/>
              <a:buNone/>
            </a:pPr>
            <a:r>
              <a:rPr lang="cs-CZ"/>
              <a:t>Cíl a uživatel</a:t>
            </a:r>
            <a:endParaRPr/>
          </a:p>
        </p:txBody>
      </p:sp>
      <p:sp>
        <p:nvSpPr>
          <p:cNvPr id="83" name="Google Shape;83;p4"/>
          <p:cNvSpPr txBox="1"/>
          <p:nvPr>
            <p:ph idx="1" type="body"/>
          </p:nvPr>
        </p:nvSpPr>
        <p:spPr>
          <a:xfrm>
            <a:off x="480000" y="1080000"/>
            <a:ext cx="11232000" cy="5472000"/>
          </a:xfrm>
          <a:prstGeom prst="rect">
            <a:avLst/>
          </a:prstGeom>
          <a:noFill/>
          <a:ln>
            <a:noFill/>
          </a:ln>
        </p:spPr>
        <p:txBody>
          <a:bodyPr anchorCtr="0" anchor="t" bIns="0" lIns="0" spcFirstLastPara="1" rIns="0" wrap="square" tIns="0">
            <a:noAutofit/>
          </a:bodyPr>
          <a:lstStyle/>
          <a:p>
            <a:pPr indent="0" lvl="0" marL="457200" rtl="0" algn="l">
              <a:lnSpc>
                <a:spcPct val="100000"/>
              </a:lnSpc>
              <a:spcBef>
                <a:spcPts val="0"/>
              </a:spcBef>
              <a:spcAft>
                <a:spcPts val="0"/>
              </a:spcAft>
              <a:buNone/>
            </a:pPr>
            <a:r>
              <a:t/>
            </a:r>
            <a:endParaRPr/>
          </a:p>
          <a:p>
            <a:pPr indent="0" lvl="0" marL="457200" rtl="0" algn="l">
              <a:lnSpc>
                <a:spcPct val="100000"/>
              </a:lnSpc>
              <a:spcBef>
                <a:spcPts val="0"/>
              </a:spcBef>
              <a:spcAft>
                <a:spcPts val="0"/>
              </a:spcAft>
              <a:buNone/>
            </a:pPr>
            <a:r>
              <a:rPr lang="cs-CZ"/>
              <a:t>Podobné dashboardy má skoro každá eCommerce CMS nebo CRM.</a:t>
            </a:r>
            <a:endParaRPr/>
          </a:p>
          <a:p>
            <a:pPr indent="0" lvl="0" marL="457200" rtl="0" algn="l">
              <a:lnSpc>
                <a:spcPct val="100000"/>
              </a:lnSpc>
              <a:spcBef>
                <a:spcPts val="0"/>
              </a:spcBef>
              <a:spcAft>
                <a:spcPts val="0"/>
              </a:spcAft>
              <a:buNone/>
            </a:pPr>
            <a:r>
              <a:t/>
            </a:r>
            <a:endParaRPr/>
          </a:p>
          <a:p>
            <a:pPr indent="0" lvl="0" marL="457200" rtl="0" algn="l">
              <a:lnSpc>
                <a:spcPct val="100000"/>
              </a:lnSpc>
              <a:spcBef>
                <a:spcPts val="0"/>
              </a:spcBef>
              <a:spcAft>
                <a:spcPts val="0"/>
              </a:spcAft>
              <a:buNone/>
            </a:pPr>
            <a:r>
              <a:rPr lang="cs-CZ"/>
              <a:t>Cílem dashboardu je graficky zobrazit významné a užitečné ukazatele eshopu a pokud je možné, zobrazit podrobnosti nebo příčinu současného stavu ulazatelu.</a:t>
            </a:r>
            <a:endParaRPr/>
          </a:p>
          <a:p>
            <a:pPr indent="0" lvl="0" marL="457200" rtl="0" algn="l">
              <a:lnSpc>
                <a:spcPct val="100000"/>
              </a:lnSpc>
              <a:spcBef>
                <a:spcPts val="0"/>
              </a:spcBef>
              <a:spcAft>
                <a:spcPts val="0"/>
              </a:spcAft>
              <a:buNone/>
            </a:pPr>
            <a:r>
              <a:t/>
            </a:r>
            <a:endParaRPr/>
          </a:p>
          <a:p>
            <a:pPr indent="0" lvl="0" marL="457200" rtl="0" algn="l">
              <a:lnSpc>
                <a:spcPct val="100000"/>
              </a:lnSpc>
              <a:spcBef>
                <a:spcPts val="0"/>
              </a:spcBef>
              <a:spcAft>
                <a:spcPts val="0"/>
              </a:spcAft>
              <a:buNone/>
            </a:pPr>
            <a:r>
              <a:rPr lang="cs-CZ"/>
              <a:t>Cílová skupina mého dashboardu jsou prodavači, manažery a majitelé eshopu. Vybraná mnou sada ukazatelů a způsob zobrazení dává možnost predikovat příjmy eshopu podle trendů každodenních metrik a vyvozovat o příčinách dnešního stavu.</a:t>
            </a:r>
            <a:endParaRPr/>
          </a:p>
          <a:p>
            <a:pPr indent="0" lvl="0" marL="457200" rtl="0" algn="l">
              <a:lnSpc>
                <a:spcPct val="100000"/>
              </a:lnSpc>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5"/>
          <p:cNvSpPr txBox="1"/>
          <p:nvPr>
            <p:ph idx="11" type="ftr"/>
          </p:nvPr>
        </p:nvSpPr>
        <p:spPr>
          <a:xfrm>
            <a:off x="7761600" y="6559120"/>
            <a:ext cx="41148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cs-CZ"/>
              <a:t>Copyright © Unicorn Vysoká škola s.r.o.</a:t>
            </a:r>
            <a:endParaRPr/>
          </a:p>
        </p:txBody>
      </p:sp>
      <p:sp>
        <p:nvSpPr>
          <p:cNvPr id="89" name="Google Shape;89;p5"/>
          <p:cNvSpPr txBox="1"/>
          <p:nvPr>
            <p:ph idx="12" type="sldNum"/>
          </p:nvPr>
        </p:nvSpPr>
        <p:spPr>
          <a:xfrm>
            <a:off x="11862000" y="6550328"/>
            <a:ext cx="404468"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600"/>
              <a:buNone/>
            </a:pPr>
            <a:fld id="{00000000-1234-1234-1234-123412341234}" type="slidenum">
              <a:rPr lang="cs-CZ"/>
              <a:t>‹#›</a:t>
            </a:fld>
            <a:endParaRPr/>
          </a:p>
        </p:txBody>
      </p:sp>
      <p:sp>
        <p:nvSpPr>
          <p:cNvPr id="90" name="Google Shape;90;p5"/>
          <p:cNvSpPr txBox="1"/>
          <p:nvPr>
            <p:ph type="title"/>
          </p:nvPr>
        </p:nvSpPr>
        <p:spPr>
          <a:xfrm>
            <a:off x="480000" y="1"/>
            <a:ext cx="11232000" cy="813415"/>
          </a:xfrm>
          <a:prstGeom prst="rect">
            <a:avLst/>
          </a:prstGeom>
          <a:noFill/>
          <a:ln>
            <a:noFill/>
          </a:ln>
        </p:spPr>
        <p:txBody>
          <a:bodyPr anchorCtr="0" anchor="b" bIns="45700" lIns="0" spcFirstLastPara="1" rIns="0" wrap="square" tIns="45700">
            <a:normAutofit/>
          </a:bodyPr>
          <a:lstStyle/>
          <a:p>
            <a:pPr indent="0" lvl="0" marL="0" rtl="0" algn="l">
              <a:lnSpc>
                <a:spcPct val="100000"/>
              </a:lnSpc>
              <a:spcBef>
                <a:spcPts val="0"/>
              </a:spcBef>
              <a:spcAft>
                <a:spcPts val="0"/>
              </a:spcAft>
              <a:buClr>
                <a:srgbClr val="001E8C"/>
              </a:buClr>
              <a:buSzPts val="2800"/>
              <a:buFont typeface="Arial"/>
              <a:buNone/>
            </a:pPr>
            <a:r>
              <a:rPr lang="cs-CZ"/>
              <a:t>Typ, periody a ukazatele</a:t>
            </a:r>
            <a:endParaRPr/>
          </a:p>
        </p:txBody>
      </p:sp>
      <p:sp>
        <p:nvSpPr>
          <p:cNvPr id="91" name="Google Shape;91;p5"/>
          <p:cNvSpPr txBox="1"/>
          <p:nvPr>
            <p:ph idx="1" type="body"/>
          </p:nvPr>
        </p:nvSpPr>
        <p:spPr>
          <a:xfrm>
            <a:off x="480000" y="1080000"/>
            <a:ext cx="11232000" cy="5472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b="1" lang="cs-CZ">
                <a:solidFill>
                  <a:srgbClr val="5D6C82"/>
                </a:solidFill>
              </a:rPr>
              <a:t>Typ</a:t>
            </a:r>
            <a:endParaRPr b="1">
              <a:solidFill>
                <a:srgbClr val="5D6C82"/>
              </a:solidFill>
            </a:endParaRPr>
          </a:p>
          <a:p>
            <a:pPr indent="0" lvl="0" marL="0" rtl="0" algn="l">
              <a:lnSpc>
                <a:spcPct val="100000"/>
              </a:lnSpc>
              <a:spcBef>
                <a:spcPts val="0"/>
              </a:spcBef>
              <a:spcAft>
                <a:spcPts val="0"/>
              </a:spcAft>
              <a:buNone/>
            </a:pPr>
            <a:r>
              <a:t/>
            </a:r>
            <a:endParaRPr>
              <a:solidFill>
                <a:srgbClr val="5D6C82"/>
              </a:solidFill>
            </a:endParaRPr>
          </a:p>
          <a:p>
            <a:pPr indent="0" lvl="0" marL="0" rtl="0" algn="l">
              <a:lnSpc>
                <a:spcPct val="100000"/>
              </a:lnSpc>
              <a:spcBef>
                <a:spcPts val="0"/>
              </a:spcBef>
              <a:spcAft>
                <a:spcPts val="0"/>
              </a:spcAft>
              <a:buNone/>
            </a:pPr>
            <a:r>
              <a:rPr lang="cs-CZ">
                <a:solidFill>
                  <a:srgbClr val="5D6C82"/>
                </a:solidFill>
              </a:rPr>
              <a:t>Jsem vybral operační typ dashboardu. Jeho cílem je zobrazovat současný stav eshopu. V rámci požadavků eCommmerce je to nejdůležitější měření.</a:t>
            </a:r>
            <a:endParaRPr>
              <a:solidFill>
                <a:srgbClr val="5D6C82"/>
              </a:solidFill>
            </a:endParaRPr>
          </a:p>
          <a:p>
            <a:pPr indent="0" lvl="0" marL="0" rtl="0" algn="l">
              <a:lnSpc>
                <a:spcPct val="100000"/>
              </a:lnSpc>
              <a:spcBef>
                <a:spcPts val="0"/>
              </a:spcBef>
              <a:spcAft>
                <a:spcPts val="0"/>
              </a:spcAft>
              <a:buNone/>
            </a:pPr>
            <a:r>
              <a:t/>
            </a:r>
            <a:endParaRPr>
              <a:solidFill>
                <a:srgbClr val="5D6C82"/>
              </a:solidFill>
            </a:endParaRPr>
          </a:p>
          <a:p>
            <a:pPr indent="0" lvl="0" marL="0" rtl="0" algn="l">
              <a:lnSpc>
                <a:spcPct val="100000"/>
              </a:lnSpc>
              <a:spcBef>
                <a:spcPts val="0"/>
              </a:spcBef>
              <a:spcAft>
                <a:spcPts val="0"/>
              </a:spcAft>
              <a:buNone/>
            </a:pPr>
            <a:r>
              <a:rPr b="1" lang="cs-CZ">
                <a:solidFill>
                  <a:srgbClr val="5D6C82"/>
                </a:solidFill>
              </a:rPr>
              <a:t>Period</a:t>
            </a:r>
            <a:endParaRPr b="1">
              <a:solidFill>
                <a:srgbClr val="5D6C82"/>
              </a:solidFill>
            </a:endParaRPr>
          </a:p>
          <a:p>
            <a:pPr indent="0" lvl="0" marL="0" rtl="0" algn="l">
              <a:lnSpc>
                <a:spcPct val="100000"/>
              </a:lnSpc>
              <a:spcBef>
                <a:spcPts val="0"/>
              </a:spcBef>
              <a:spcAft>
                <a:spcPts val="0"/>
              </a:spcAft>
              <a:buNone/>
            </a:pPr>
            <a:r>
              <a:t/>
            </a:r>
            <a:endParaRPr>
              <a:solidFill>
                <a:srgbClr val="5D6C82"/>
              </a:solidFill>
            </a:endParaRPr>
          </a:p>
          <a:p>
            <a:pPr indent="0" lvl="0" marL="0" rtl="0" algn="l">
              <a:lnSpc>
                <a:spcPct val="100000"/>
              </a:lnSpc>
              <a:spcBef>
                <a:spcPts val="0"/>
              </a:spcBef>
              <a:spcAft>
                <a:spcPts val="0"/>
              </a:spcAft>
              <a:buNone/>
            </a:pPr>
            <a:r>
              <a:rPr lang="cs-CZ">
                <a:solidFill>
                  <a:srgbClr val="5D6C82"/>
                </a:solidFill>
              </a:rPr>
              <a:t>Period analýzy je aktuální měsíc. Metriky se měří od prvního dnů měsíce do aktuálneho data. Každá firma, která něco prodává, má prodejní plán na každý měsíc. Abych odpovědní manager hohl nějak to řídit a rychle reagovat, bude chtít vidět aktuální úspěch. Kromě toho bude potřebovat odpovědět na otázky "Co způsobí úspěch?" nebo "Kvůli čemu nemůžeme splnit plán, a co s tím můžeme udělat dnes?"</a:t>
            </a:r>
            <a:endParaRPr>
              <a:solidFill>
                <a:srgbClr val="5D6C82"/>
              </a:solidFill>
            </a:endParaRPr>
          </a:p>
          <a:p>
            <a:pPr indent="0" lvl="0" marL="0" rtl="0" algn="l">
              <a:lnSpc>
                <a:spcPct val="100000"/>
              </a:lnSpc>
              <a:spcBef>
                <a:spcPts val="0"/>
              </a:spcBef>
              <a:spcAft>
                <a:spcPts val="0"/>
              </a:spcAft>
              <a:buNone/>
            </a:pPr>
            <a:r>
              <a:t/>
            </a:r>
            <a:endParaRPr>
              <a:solidFill>
                <a:srgbClr val="5D6C82"/>
              </a:solidFill>
            </a:endParaRPr>
          </a:p>
          <a:p>
            <a:pPr indent="0" lvl="0" marL="0" rtl="0" algn="l">
              <a:lnSpc>
                <a:spcPct val="100000"/>
              </a:lnSpc>
              <a:spcBef>
                <a:spcPts val="0"/>
              </a:spcBef>
              <a:spcAft>
                <a:spcPts val="0"/>
              </a:spcAft>
              <a:buNone/>
            </a:pPr>
            <a:r>
              <a:t/>
            </a:r>
            <a:endParaRPr>
              <a:solidFill>
                <a:srgbClr val="5D6C82"/>
              </a:solidFill>
            </a:endParaRPr>
          </a:p>
          <a:p>
            <a:pPr indent="0" lvl="0" marL="0" rtl="0" algn="l">
              <a:lnSpc>
                <a:spcPct val="100000"/>
              </a:lnSpc>
              <a:spcBef>
                <a:spcPts val="0"/>
              </a:spcBef>
              <a:spcAft>
                <a:spcPts val="0"/>
              </a:spcAft>
              <a:buNone/>
            </a:pPr>
            <a:r>
              <a:rPr lang="cs-CZ">
                <a:solidFill>
                  <a:srgbClr val="5D6C82"/>
                </a:solidFill>
              </a:rPr>
              <a:t>	</a:t>
            </a:r>
            <a:endParaRPr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gb878a5840b_0_3"/>
          <p:cNvSpPr txBox="1"/>
          <p:nvPr>
            <p:ph idx="11" type="ftr"/>
          </p:nvPr>
        </p:nvSpPr>
        <p:spPr>
          <a:xfrm>
            <a:off x="7761600" y="6559120"/>
            <a:ext cx="41148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cs-CZ"/>
              <a:t>Copyright © Unicorn Vysoká škola s.r.o.</a:t>
            </a:r>
            <a:endParaRPr/>
          </a:p>
        </p:txBody>
      </p:sp>
      <p:sp>
        <p:nvSpPr>
          <p:cNvPr id="97" name="Google Shape;97;gb878a5840b_0_3"/>
          <p:cNvSpPr txBox="1"/>
          <p:nvPr>
            <p:ph idx="12" type="sldNum"/>
          </p:nvPr>
        </p:nvSpPr>
        <p:spPr>
          <a:xfrm>
            <a:off x="11862000" y="6550328"/>
            <a:ext cx="4044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600"/>
              <a:buNone/>
            </a:pPr>
            <a:fld id="{00000000-1234-1234-1234-123412341234}" type="slidenum">
              <a:rPr lang="cs-CZ"/>
              <a:t>‹#›</a:t>
            </a:fld>
            <a:endParaRPr/>
          </a:p>
        </p:txBody>
      </p:sp>
      <p:sp>
        <p:nvSpPr>
          <p:cNvPr id="98" name="Google Shape;98;gb878a5840b_0_3"/>
          <p:cNvSpPr txBox="1"/>
          <p:nvPr>
            <p:ph type="title"/>
          </p:nvPr>
        </p:nvSpPr>
        <p:spPr>
          <a:xfrm>
            <a:off x="480000" y="1"/>
            <a:ext cx="11232000" cy="813300"/>
          </a:xfrm>
          <a:prstGeom prst="rect">
            <a:avLst/>
          </a:prstGeom>
          <a:noFill/>
          <a:ln>
            <a:noFill/>
          </a:ln>
        </p:spPr>
        <p:txBody>
          <a:bodyPr anchorCtr="0" anchor="b" bIns="45700" lIns="0" spcFirstLastPara="1" rIns="0" wrap="square" tIns="45700">
            <a:noAutofit/>
          </a:bodyPr>
          <a:lstStyle/>
          <a:p>
            <a:pPr indent="0" lvl="0" marL="0" rtl="0" algn="l">
              <a:lnSpc>
                <a:spcPct val="100000"/>
              </a:lnSpc>
              <a:spcBef>
                <a:spcPts val="0"/>
              </a:spcBef>
              <a:spcAft>
                <a:spcPts val="0"/>
              </a:spcAft>
              <a:buClr>
                <a:srgbClr val="001E8C"/>
              </a:buClr>
              <a:buSzPts val="2800"/>
              <a:buFont typeface="Arial"/>
              <a:buNone/>
            </a:pPr>
            <a:r>
              <a:rPr lang="cs-CZ"/>
              <a:t>Typ, periody a ukazatele</a:t>
            </a:r>
            <a:endParaRPr/>
          </a:p>
        </p:txBody>
      </p:sp>
      <p:sp>
        <p:nvSpPr>
          <p:cNvPr id="99" name="Google Shape;99;gb878a5840b_0_3"/>
          <p:cNvSpPr txBox="1"/>
          <p:nvPr>
            <p:ph idx="1" type="body"/>
          </p:nvPr>
        </p:nvSpPr>
        <p:spPr>
          <a:xfrm>
            <a:off x="480000" y="1078325"/>
            <a:ext cx="11232000" cy="5472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b="1" lang="cs-CZ">
                <a:solidFill>
                  <a:srgbClr val="5D6C82"/>
                </a:solidFill>
              </a:rPr>
              <a:t>Ukazatele</a:t>
            </a:r>
            <a:endParaRPr b="1">
              <a:solidFill>
                <a:srgbClr val="5D6C82"/>
              </a:solidFill>
            </a:endParaRPr>
          </a:p>
          <a:p>
            <a:pPr indent="0" lvl="0" marL="0" rtl="0" algn="l">
              <a:lnSpc>
                <a:spcPct val="100000"/>
              </a:lnSpc>
              <a:spcBef>
                <a:spcPts val="0"/>
              </a:spcBef>
              <a:spcAft>
                <a:spcPts val="0"/>
              </a:spcAft>
              <a:buNone/>
            </a:pPr>
            <a:r>
              <a:t/>
            </a:r>
            <a:endParaRPr>
              <a:solidFill>
                <a:srgbClr val="5D6C82"/>
              </a:solidFill>
            </a:endParaRPr>
          </a:p>
          <a:p>
            <a:pPr indent="0" lvl="0" marL="0" rtl="0" algn="l">
              <a:lnSpc>
                <a:spcPct val="100000"/>
              </a:lnSpc>
              <a:spcBef>
                <a:spcPts val="0"/>
              </a:spcBef>
              <a:spcAft>
                <a:spcPts val="0"/>
              </a:spcAft>
              <a:buNone/>
            </a:pPr>
            <a:r>
              <a:rPr lang="cs-CZ">
                <a:solidFill>
                  <a:srgbClr val="5D6C82"/>
                </a:solidFill>
              </a:rPr>
              <a:t>Výběr ukazatelů jsem dělal podle dvou charakteristik.</a:t>
            </a:r>
            <a:endParaRPr>
              <a:solidFill>
                <a:srgbClr val="5D6C82"/>
              </a:solidFill>
            </a:endParaRPr>
          </a:p>
          <a:p>
            <a:pPr indent="-314325" lvl="0" marL="457200" rtl="0" algn="l">
              <a:lnSpc>
                <a:spcPct val="100000"/>
              </a:lnSpc>
              <a:spcBef>
                <a:spcPts val="0"/>
              </a:spcBef>
              <a:spcAft>
                <a:spcPts val="0"/>
              </a:spcAft>
              <a:buClr>
                <a:srgbClr val="00A4C7"/>
              </a:buClr>
              <a:buSzPts val="1350"/>
              <a:buChar char="■"/>
            </a:pPr>
            <a:r>
              <a:rPr lang="cs-CZ">
                <a:solidFill>
                  <a:srgbClr val="5D6C82"/>
                </a:solidFill>
              </a:rPr>
              <a:t>Musí být důležitý KPI eshopu</a:t>
            </a:r>
            <a:endParaRPr>
              <a:solidFill>
                <a:srgbClr val="5D6C82"/>
              </a:solidFill>
            </a:endParaRPr>
          </a:p>
          <a:p>
            <a:pPr indent="-314325" lvl="0" marL="457200" rtl="0" algn="l">
              <a:lnSpc>
                <a:spcPct val="100000"/>
              </a:lnSpc>
              <a:spcBef>
                <a:spcPts val="0"/>
              </a:spcBef>
              <a:spcAft>
                <a:spcPts val="0"/>
              </a:spcAft>
              <a:buClr>
                <a:srgbClr val="00A4C7"/>
              </a:buClr>
              <a:buSzPts val="1350"/>
              <a:buChar char="■"/>
            </a:pPr>
            <a:r>
              <a:rPr lang="cs-CZ">
                <a:solidFill>
                  <a:srgbClr val="5D6C82"/>
                </a:solidFill>
              </a:rPr>
              <a:t>Dá se graficky nahlédne zobrazit</a:t>
            </a:r>
            <a:endParaRPr>
              <a:solidFill>
                <a:srgbClr val="5D6C82"/>
              </a:solidFill>
            </a:endParaRPr>
          </a:p>
          <a:p>
            <a:pPr indent="0" lvl="0" marL="0" rtl="0" algn="l">
              <a:lnSpc>
                <a:spcPct val="100000"/>
              </a:lnSpc>
              <a:spcBef>
                <a:spcPts val="0"/>
              </a:spcBef>
              <a:spcAft>
                <a:spcPts val="0"/>
              </a:spcAft>
              <a:buNone/>
            </a:pPr>
            <a:r>
              <a:t/>
            </a:r>
            <a:endParaRPr>
              <a:solidFill>
                <a:srgbClr val="5D6C82"/>
              </a:solidFill>
            </a:endParaRPr>
          </a:p>
          <a:p>
            <a:pPr indent="0" lvl="0" marL="0" rtl="0" algn="l">
              <a:lnSpc>
                <a:spcPct val="100000"/>
              </a:lnSpc>
              <a:spcBef>
                <a:spcPts val="0"/>
              </a:spcBef>
              <a:spcAft>
                <a:spcPts val="0"/>
              </a:spcAft>
              <a:buNone/>
            </a:pPr>
            <a:r>
              <a:rPr lang="cs-CZ">
                <a:solidFill>
                  <a:srgbClr val="5D6C82"/>
                </a:solidFill>
              </a:rPr>
              <a:t>Vybrané ukazatele jsou:</a:t>
            </a:r>
            <a:endParaRPr>
              <a:solidFill>
                <a:srgbClr val="5D6C82"/>
              </a:solidFill>
            </a:endParaRPr>
          </a:p>
          <a:p>
            <a:pPr indent="-314325" lvl="0" marL="457200" rtl="0" algn="l">
              <a:lnSpc>
                <a:spcPct val="100000"/>
              </a:lnSpc>
              <a:spcBef>
                <a:spcPts val="0"/>
              </a:spcBef>
              <a:spcAft>
                <a:spcPts val="0"/>
              </a:spcAft>
              <a:buClr>
                <a:srgbClr val="00A4C7"/>
              </a:buClr>
              <a:buSzPts val="1350"/>
              <a:buChar char="■"/>
            </a:pPr>
            <a:r>
              <a:rPr lang="cs-CZ">
                <a:solidFill>
                  <a:srgbClr val="5D6C82"/>
                </a:solidFill>
              </a:rPr>
              <a:t>příjem</a:t>
            </a:r>
            <a:endParaRPr>
              <a:solidFill>
                <a:srgbClr val="5D6C82"/>
              </a:solidFill>
            </a:endParaRPr>
          </a:p>
          <a:p>
            <a:pPr indent="-314325" lvl="0" marL="457200" rtl="0" algn="l">
              <a:lnSpc>
                <a:spcPct val="100000"/>
              </a:lnSpc>
              <a:spcBef>
                <a:spcPts val="0"/>
              </a:spcBef>
              <a:spcAft>
                <a:spcPts val="0"/>
              </a:spcAft>
              <a:buClr>
                <a:srgbClr val="00A4C7"/>
              </a:buClr>
              <a:buSzPts val="1350"/>
              <a:buChar char="■"/>
            </a:pPr>
            <a:r>
              <a:rPr lang="cs-CZ">
                <a:solidFill>
                  <a:srgbClr val="5D6C82"/>
                </a:solidFill>
              </a:rPr>
              <a:t>průměrná hodnota objednávky</a:t>
            </a:r>
            <a:endParaRPr>
              <a:solidFill>
                <a:srgbClr val="5D6C82"/>
              </a:solidFill>
            </a:endParaRPr>
          </a:p>
          <a:p>
            <a:pPr indent="-314325" lvl="0" marL="457200" rtl="0" algn="l">
              <a:lnSpc>
                <a:spcPct val="100000"/>
              </a:lnSpc>
              <a:spcBef>
                <a:spcPts val="0"/>
              </a:spcBef>
              <a:spcAft>
                <a:spcPts val="0"/>
              </a:spcAft>
              <a:buClr>
                <a:srgbClr val="00A4C7"/>
              </a:buClr>
              <a:buSzPts val="1350"/>
              <a:buChar char="■"/>
            </a:pPr>
            <a:r>
              <a:rPr lang="cs-CZ">
                <a:solidFill>
                  <a:srgbClr val="5D6C82"/>
                </a:solidFill>
              </a:rPr>
              <a:t>počet objednávek </a:t>
            </a:r>
            <a:endParaRPr>
              <a:solidFill>
                <a:srgbClr val="5D6C82"/>
              </a:solidFill>
            </a:endParaRPr>
          </a:p>
          <a:p>
            <a:pPr indent="-314325" lvl="0" marL="457200" rtl="0" algn="l">
              <a:lnSpc>
                <a:spcPct val="100000"/>
              </a:lnSpc>
              <a:spcBef>
                <a:spcPts val="0"/>
              </a:spcBef>
              <a:spcAft>
                <a:spcPts val="0"/>
              </a:spcAft>
              <a:buClr>
                <a:srgbClr val="00A4C7"/>
              </a:buClr>
              <a:buSzPts val="1350"/>
              <a:buChar char="■"/>
            </a:pPr>
            <a:r>
              <a:rPr lang="cs-CZ">
                <a:solidFill>
                  <a:srgbClr val="5D6C82"/>
                </a:solidFill>
              </a:rPr>
              <a:t>procento konverze</a:t>
            </a:r>
            <a:endParaRPr>
              <a:solidFill>
                <a:srgbClr val="5D6C82"/>
              </a:solidFill>
            </a:endParaRPr>
          </a:p>
          <a:p>
            <a:pPr indent="-314325" lvl="0" marL="457200" rtl="0" algn="l">
              <a:lnSpc>
                <a:spcPct val="100000"/>
              </a:lnSpc>
              <a:spcBef>
                <a:spcPts val="0"/>
              </a:spcBef>
              <a:spcAft>
                <a:spcPts val="0"/>
              </a:spcAft>
              <a:buClr>
                <a:srgbClr val="00A4C7"/>
              </a:buClr>
              <a:buSzPts val="1350"/>
              <a:buChar char="■"/>
            </a:pPr>
            <a:r>
              <a:rPr lang="cs-CZ">
                <a:solidFill>
                  <a:srgbClr val="5D6C82"/>
                </a:solidFill>
              </a:rPr>
              <a:t>počet návštěvníků</a:t>
            </a:r>
            <a:endParaRPr>
              <a:solidFill>
                <a:srgbClr val="5D6C82"/>
              </a:solidFill>
            </a:endParaRPr>
          </a:p>
          <a:p>
            <a:pPr indent="-314325" lvl="0" marL="457200" rtl="0" algn="l">
              <a:lnSpc>
                <a:spcPct val="100000"/>
              </a:lnSpc>
              <a:spcBef>
                <a:spcPts val="0"/>
              </a:spcBef>
              <a:spcAft>
                <a:spcPts val="0"/>
              </a:spcAft>
              <a:buClr>
                <a:srgbClr val="00A4C7"/>
              </a:buClr>
              <a:buSzPts val="1350"/>
              <a:buChar char="■"/>
            </a:pPr>
            <a:r>
              <a:rPr lang="cs-CZ">
                <a:solidFill>
                  <a:srgbClr val="5D6C82"/>
                </a:solidFill>
              </a:rPr>
              <a:t>nejprodávanější produkt </a:t>
            </a:r>
            <a:endParaRPr>
              <a:solidFill>
                <a:srgbClr val="5D6C82"/>
              </a:solidFill>
            </a:endParaRPr>
          </a:p>
          <a:p>
            <a:pPr indent="-314325" lvl="0" marL="457200" rtl="0" algn="l">
              <a:lnSpc>
                <a:spcPct val="100000"/>
              </a:lnSpc>
              <a:spcBef>
                <a:spcPts val="0"/>
              </a:spcBef>
              <a:spcAft>
                <a:spcPts val="0"/>
              </a:spcAft>
              <a:buClr>
                <a:srgbClr val="00A4C7"/>
              </a:buClr>
              <a:buSzPts val="1350"/>
              <a:buChar char="■"/>
            </a:pPr>
            <a:r>
              <a:rPr lang="cs-CZ">
                <a:solidFill>
                  <a:srgbClr val="5D6C82"/>
                </a:solidFill>
              </a:rPr>
              <a:t>nejpopulárnější produkt</a:t>
            </a:r>
            <a:endParaRPr>
              <a:solidFill>
                <a:srgbClr val="5D6C82"/>
              </a:solidFill>
            </a:endParaRPr>
          </a:p>
          <a:p>
            <a:pPr indent="0" lvl="0" marL="0" rtl="0" algn="l">
              <a:lnSpc>
                <a:spcPct val="100000"/>
              </a:lnSpc>
              <a:spcBef>
                <a:spcPts val="0"/>
              </a:spcBef>
              <a:spcAft>
                <a:spcPts val="0"/>
              </a:spcAft>
              <a:buNone/>
            </a:pPr>
            <a:r>
              <a:t/>
            </a:r>
            <a:endParaRPr>
              <a:solidFill>
                <a:srgbClr val="5D6C82"/>
              </a:solidFill>
            </a:endParaRPr>
          </a:p>
          <a:p>
            <a:pPr indent="0" lvl="0" marL="0" rtl="0" algn="l">
              <a:lnSpc>
                <a:spcPct val="100000"/>
              </a:lnSpc>
              <a:spcBef>
                <a:spcPts val="0"/>
              </a:spcBef>
              <a:spcAft>
                <a:spcPts val="0"/>
              </a:spcAft>
              <a:buNone/>
            </a:pPr>
            <a:r>
              <a:t/>
            </a:r>
            <a:endParaRPr>
              <a:solidFill>
                <a:srgbClr val="5D6C82"/>
              </a:solidFill>
            </a:endParaRPr>
          </a:p>
          <a:p>
            <a:pPr indent="0" lvl="0" marL="0" rtl="0" algn="l">
              <a:lnSpc>
                <a:spcPct val="100000"/>
              </a:lnSpc>
              <a:spcBef>
                <a:spcPts val="0"/>
              </a:spcBef>
              <a:spcAft>
                <a:spcPts val="0"/>
              </a:spcAft>
              <a:buNone/>
            </a:pPr>
            <a:r>
              <a:rPr lang="cs-CZ">
                <a:solidFill>
                  <a:srgbClr val="5D6C82"/>
                </a:solidFill>
              </a:rPr>
              <a:t>	</a:t>
            </a:r>
            <a:endParaRPr sz="2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b878a5840b_0_16"/>
          <p:cNvSpPr txBox="1"/>
          <p:nvPr>
            <p:ph idx="11" type="ftr"/>
          </p:nvPr>
        </p:nvSpPr>
        <p:spPr>
          <a:xfrm>
            <a:off x="7761600" y="6559120"/>
            <a:ext cx="41148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cs-CZ"/>
              <a:t>Copyright © Unicorn Vysoká škola s.r.o.</a:t>
            </a:r>
            <a:endParaRPr/>
          </a:p>
        </p:txBody>
      </p:sp>
      <p:sp>
        <p:nvSpPr>
          <p:cNvPr id="105" name="Google Shape;105;gb878a5840b_0_16"/>
          <p:cNvSpPr txBox="1"/>
          <p:nvPr>
            <p:ph idx="12" type="sldNum"/>
          </p:nvPr>
        </p:nvSpPr>
        <p:spPr>
          <a:xfrm>
            <a:off x="11862000" y="6550328"/>
            <a:ext cx="4044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600"/>
              <a:buNone/>
            </a:pPr>
            <a:fld id="{00000000-1234-1234-1234-123412341234}" type="slidenum">
              <a:rPr lang="cs-CZ"/>
              <a:t>‹#›</a:t>
            </a:fld>
            <a:endParaRPr/>
          </a:p>
        </p:txBody>
      </p:sp>
      <p:sp>
        <p:nvSpPr>
          <p:cNvPr id="106" name="Google Shape;106;gb878a5840b_0_16"/>
          <p:cNvSpPr txBox="1"/>
          <p:nvPr>
            <p:ph type="title"/>
          </p:nvPr>
        </p:nvSpPr>
        <p:spPr>
          <a:xfrm>
            <a:off x="480000" y="1"/>
            <a:ext cx="11232000" cy="813300"/>
          </a:xfrm>
          <a:prstGeom prst="rect">
            <a:avLst/>
          </a:prstGeom>
          <a:noFill/>
          <a:ln>
            <a:noFill/>
          </a:ln>
        </p:spPr>
        <p:txBody>
          <a:bodyPr anchorCtr="0" anchor="b" bIns="45700" lIns="0" spcFirstLastPara="1" rIns="0" wrap="square" tIns="45700">
            <a:noAutofit/>
          </a:bodyPr>
          <a:lstStyle/>
          <a:p>
            <a:pPr indent="0" lvl="0" marL="0" rtl="0" algn="l">
              <a:lnSpc>
                <a:spcPct val="100000"/>
              </a:lnSpc>
              <a:spcBef>
                <a:spcPts val="0"/>
              </a:spcBef>
              <a:spcAft>
                <a:spcPts val="0"/>
              </a:spcAft>
              <a:buClr>
                <a:srgbClr val="001E8C"/>
              </a:buClr>
              <a:buSzPts val="2800"/>
              <a:buFont typeface="Arial"/>
              <a:buNone/>
            </a:pPr>
            <a:r>
              <a:rPr lang="cs-CZ"/>
              <a:t>  Popis grafů a metrik</a:t>
            </a:r>
            <a:endParaRPr/>
          </a:p>
        </p:txBody>
      </p:sp>
      <p:sp>
        <p:nvSpPr>
          <p:cNvPr id="107" name="Google Shape;107;gb878a5840b_0_16"/>
          <p:cNvSpPr txBox="1"/>
          <p:nvPr>
            <p:ph idx="1" type="body"/>
          </p:nvPr>
        </p:nvSpPr>
        <p:spPr>
          <a:xfrm>
            <a:off x="480000" y="1078325"/>
            <a:ext cx="11232000" cy="5472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b="1" lang="cs-CZ">
                <a:solidFill>
                  <a:srgbClr val="5D6C82"/>
                </a:solidFill>
              </a:rPr>
              <a:t>Měsíční příjem</a:t>
            </a:r>
            <a:endParaRPr b="1">
              <a:solidFill>
                <a:srgbClr val="5D6C82"/>
              </a:solidFill>
            </a:endParaRPr>
          </a:p>
          <a:p>
            <a:pPr indent="-314325" lvl="0" marL="457200" rtl="0" algn="l">
              <a:lnSpc>
                <a:spcPct val="100000"/>
              </a:lnSpc>
              <a:spcBef>
                <a:spcPts val="0"/>
              </a:spcBef>
              <a:spcAft>
                <a:spcPts val="0"/>
              </a:spcAft>
              <a:buClr>
                <a:srgbClr val="00A4C7"/>
              </a:buClr>
              <a:buSzPts val="1350"/>
              <a:buChar char="■"/>
            </a:pPr>
            <a:r>
              <a:rPr lang="cs-CZ">
                <a:solidFill>
                  <a:srgbClr val="5D6C82"/>
                </a:solidFill>
              </a:rPr>
              <a:t>Celková hodnota - příjem od prvního dnů měsíce do aktuálneho data.</a:t>
            </a:r>
            <a:endParaRPr>
              <a:solidFill>
                <a:srgbClr val="5D6C82"/>
              </a:solidFill>
            </a:endParaRPr>
          </a:p>
          <a:p>
            <a:pPr indent="-314325" lvl="0" marL="457200" rtl="0" algn="l">
              <a:lnSpc>
                <a:spcPct val="100000"/>
              </a:lnSpc>
              <a:spcBef>
                <a:spcPts val="0"/>
              </a:spcBef>
              <a:spcAft>
                <a:spcPts val="0"/>
              </a:spcAft>
              <a:buClr>
                <a:srgbClr val="00A4C7"/>
              </a:buClr>
              <a:buSzPts val="1350"/>
              <a:buChar char="■"/>
            </a:pPr>
            <a:r>
              <a:rPr lang="cs-CZ">
                <a:solidFill>
                  <a:srgbClr val="5D6C82"/>
                </a:solidFill>
              </a:rPr>
              <a:t>Graf příjmů podle dnů - graf příjmů za každý den měsíce</a:t>
            </a:r>
            <a:endParaRPr>
              <a:solidFill>
                <a:srgbClr val="5D6C82"/>
              </a:solidFill>
            </a:endParaRPr>
          </a:p>
          <a:p>
            <a:pPr indent="0" lvl="0" marL="0" rtl="0" algn="l">
              <a:lnSpc>
                <a:spcPct val="100000"/>
              </a:lnSpc>
              <a:spcBef>
                <a:spcPts val="0"/>
              </a:spcBef>
              <a:spcAft>
                <a:spcPts val="0"/>
              </a:spcAft>
              <a:buNone/>
            </a:pPr>
            <a:r>
              <a:t/>
            </a:r>
            <a:endParaRPr>
              <a:solidFill>
                <a:srgbClr val="5D6C82"/>
              </a:solidFill>
            </a:endParaRPr>
          </a:p>
          <a:p>
            <a:pPr indent="0" lvl="0" marL="0" rtl="0" algn="l">
              <a:lnSpc>
                <a:spcPct val="100000"/>
              </a:lnSpc>
              <a:spcBef>
                <a:spcPts val="0"/>
              </a:spcBef>
              <a:spcAft>
                <a:spcPts val="0"/>
              </a:spcAft>
              <a:buNone/>
            </a:pPr>
            <a:r>
              <a:rPr b="1" lang="cs-CZ">
                <a:solidFill>
                  <a:srgbClr val="5D6C82"/>
                </a:solidFill>
              </a:rPr>
              <a:t>Průměrná hodnota objednávky</a:t>
            </a:r>
            <a:endParaRPr b="1">
              <a:solidFill>
                <a:srgbClr val="5D6C82"/>
              </a:solidFill>
            </a:endParaRPr>
          </a:p>
          <a:p>
            <a:pPr indent="-314325" lvl="0" marL="457200" rtl="0" algn="l">
              <a:lnSpc>
                <a:spcPct val="100000"/>
              </a:lnSpc>
              <a:spcBef>
                <a:spcPts val="0"/>
              </a:spcBef>
              <a:spcAft>
                <a:spcPts val="0"/>
              </a:spcAft>
              <a:buClr>
                <a:srgbClr val="00A4C7"/>
              </a:buClr>
              <a:buSzPts val="1350"/>
              <a:buChar char="■"/>
            </a:pPr>
            <a:r>
              <a:rPr lang="cs-CZ">
                <a:solidFill>
                  <a:srgbClr val="5D6C82"/>
                </a:solidFill>
              </a:rPr>
              <a:t>Měsíční průměrná hodnota objednávky - průměrná hodnota všech objednávek za měsíc</a:t>
            </a:r>
            <a:endParaRPr>
              <a:solidFill>
                <a:srgbClr val="5D6C82"/>
              </a:solidFill>
            </a:endParaRPr>
          </a:p>
          <a:p>
            <a:pPr indent="-314325" lvl="0" marL="457200" rtl="0" algn="l">
              <a:lnSpc>
                <a:spcPct val="100000"/>
              </a:lnSpc>
              <a:spcBef>
                <a:spcPts val="0"/>
              </a:spcBef>
              <a:spcAft>
                <a:spcPts val="0"/>
              </a:spcAft>
              <a:buClr>
                <a:srgbClr val="00A4C7"/>
              </a:buClr>
              <a:buSzPts val="1350"/>
              <a:buChar char="■"/>
            </a:pPr>
            <a:r>
              <a:rPr lang="cs-CZ">
                <a:solidFill>
                  <a:srgbClr val="5D6C82"/>
                </a:solidFill>
              </a:rPr>
              <a:t>Průměr objednávky podle dnů - graf průměrné hodnoty objednávek za každý den měsíce</a:t>
            </a:r>
            <a:endParaRPr>
              <a:solidFill>
                <a:srgbClr val="5D6C82"/>
              </a:solidFill>
            </a:endParaRPr>
          </a:p>
          <a:p>
            <a:pPr indent="0" lvl="0" marL="457200" rtl="0" algn="l">
              <a:lnSpc>
                <a:spcPct val="100000"/>
              </a:lnSpc>
              <a:spcBef>
                <a:spcPts val="0"/>
              </a:spcBef>
              <a:spcAft>
                <a:spcPts val="0"/>
              </a:spcAft>
              <a:buNone/>
            </a:pPr>
            <a:r>
              <a:t/>
            </a:r>
            <a:endParaRPr>
              <a:solidFill>
                <a:srgbClr val="5D6C82"/>
              </a:solidFill>
            </a:endParaRPr>
          </a:p>
          <a:p>
            <a:pPr indent="0" lvl="0" marL="0" rtl="0" algn="l">
              <a:lnSpc>
                <a:spcPct val="100000"/>
              </a:lnSpc>
              <a:spcBef>
                <a:spcPts val="0"/>
              </a:spcBef>
              <a:spcAft>
                <a:spcPts val="0"/>
              </a:spcAft>
              <a:buNone/>
            </a:pPr>
            <a:r>
              <a:rPr b="1" lang="cs-CZ">
                <a:solidFill>
                  <a:srgbClr val="5D6C82"/>
                </a:solidFill>
              </a:rPr>
              <a:t>Měsíční objednávky</a:t>
            </a:r>
            <a:endParaRPr b="1">
              <a:solidFill>
                <a:srgbClr val="5D6C82"/>
              </a:solidFill>
            </a:endParaRPr>
          </a:p>
          <a:p>
            <a:pPr indent="-314325" lvl="0" marL="457200" rtl="0" algn="l">
              <a:lnSpc>
                <a:spcPct val="100000"/>
              </a:lnSpc>
              <a:spcBef>
                <a:spcPts val="0"/>
              </a:spcBef>
              <a:spcAft>
                <a:spcPts val="0"/>
              </a:spcAft>
              <a:buClr>
                <a:srgbClr val="00A4C7"/>
              </a:buClr>
              <a:buSzPts val="1350"/>
              <a:buChar char="■"/>
            </a:pPr>
            <a:r>
              <a:rPr lang="cs-CZ">
                <a:solidFill>
                  <a:srgbClr val="5D6C82"/>
                </a:solidFill>
              </a:rPr>
              <a:t>Počet objednávek za měsíc - počet všech objednávek za měsíc</a:t>
            </a:r>
            <a:endParaRPr>
              <a:solidFill>
                <a:srgbClr val="5D6C82"/>
              </a:solidFill>
            </a:endParaRPr>
          </a:p>
          <a:p>
            <a:pPr indent="-314325" lvl="0" marL="457200" rtl="0" algn="l">
              <a:lnSpc>
                <a:spcPct val="100000"/>
              </a:lnSpc>
              <a:spcBef>
                <a:spcPts val="0"/>
              </a:spcBef>
              <a:spcAft>
                <a:spcPts val="0"/>
              </a:spcAft>
              <a:buClr>
                <a:srgbClr val="00A4C7"/>
              </a:buClr>
              <a:buSzPts val="1350"/>
              <a:buChar char="■"/>
            </a:pPr>
            <a:r>
              <a:rPr lang="cs-CZ">
                <a:solidFill>
                  <a:srgbClr val="5D6C82"/>
                </a:solidFill>
              </a:rPr>
              <a:t>Počet objednávek podle dnů - graf počtu objednávek za každý den měsíce</a:t>
            </a:r>
            <a:endParaRPr>
              <a:solidFill>
                <a:srgbClr val="5D6C8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b878a5840b_0_30"/>
          <p:cNvSpPr txBox="1"/>
          <p:nvPr>
            <p:ph idx="11" type="ftr"/>
          </p:nvPr>
        </p:nvSpPr>
        <p:spPr>
          <a:xfrm>
            <a:off x="7761600" y="6559120"/>
            <a:ext cx="41148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r>
              <a:rPr lang="cs-CZ"/>
              <a:t>Copyright © Unicorn Vysoká škola s.r.o.</a:t>
            </a:r>
            <a:endParaRPr/>
          </a:p>
        </p:txBody>
      </p:sp>
      <p:sp>
        <p:nvSpPr>
          <p:cNvPr id="113" name="Google Shape;113;gb878a5840b_0_30"/>
          <p:cNvSpPr txBox="1"/>
          <p:nvPr>
            <p:ph idx="12" type="sldNum"/>
          </p:nvPr>
        </p:nvSpPr>
        <p:spPr>
          <a:xfrm>
            <a:off x="11862000" y="6550328"/>
            <a:ext cx="4044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600"/>
              <a:buNone/>
            </a:pPr>
            <a:fld id="{00000000-1234-1234-1234-123412341234}" type="slidenum">
              <a:rPr lang="cs-CZ"/>
              <a:t>‹#›</a:t>
            </a:fld>
            <a:endParaRPr/>
          </a:p>
        </p:txBody>
      </p:sp>
      <p:sp>
        <p:nvSpPr>
          <p:cNvPr id="114" name="Google Shape;114;gb878a5840b_0_30"/>
          <p:cNvSpPr txBox="1"/>
          <p:nvPr>
            <p:ph type="title"/>
          </p:nvPr>
        </p:nvSpPr>
        <p:spPr>
          <a:xfrm>
            <a:off x="480000" y="1"/>
            <a:ext cx="11232000" cy="813300"/>
          </a:xfrm>
          <a:prstGeom prst="rect">
            <a:avLst/>
          </a:prstGeom>
          <a:noFill/>
          <a:ln>
            <a:noFill/>
          </a:ln>
        </p:spPr>
        <p:txBody>
          <a:bodyPr anchorCtr="0" anchor="b" bIns="45700" lIns="0" spcFirstLastPara="1" rIns="0" wrap="square" tIns="45700">
            <a:noAutofit/>
          </a:bodyPr>
          <a:lstStyle/>
          <a:p>
            <a:pPr indent="0" lvl="0" marL="0" rtl="0" algn="l">
              <a:lnSpc>
                <a:spcPct val="100000"/>
              </a:lnSpc>
              <a:spcBef>
                <a:spcPts val="0"/>
              </a:spcBef>
              <a:spcAft>
                <a:spcPts val="0"/>
              </a:spcAft>
              <a:buClr>
                <a:srgbClr val="001E8C"/>
              </a:buClr>
              <a:buSzPts val="2800"/>
              <a:buFont typeface="Arial"/>
              <a:buNone/>
            </a:pPr>
            <a:r>
              <a:rPr lang="cs-CZ"/>
              <a:t>  Popis grafů a metrik</a:t>
            </a:r>
            <a:endParaRPr/>
          </a:p>
        </p:txBody>
      </p:sp>
      <p:sp>
        <p:nvSpPr>
          <p:cNvPr id="115" name="Google Shape;115;gb878a5840b_0_30"/>
          <p:cNvSpPr txBox="1"/>
          <p:nvPr>
            <p:ph idx="1" type="body"/>
          </p:nvPr>
        </p:nvSpPr>
        <p:spPr>
          <a:xfrm>
            <a:off x="480000" y="1078325"/>
            <a:ext cx="11232000" cy="5472000"/>
          </a:xfrm>
          <a:prstGeom prst="rect">
            <a:avLst/>
          </a:prstGeom>
          <a:noFill/>
          <a:ln>
            <a:noFill/>
          </a:ln>
        </p:spPr>
        <p:txBody>
          <a:bodyPr anchorCtr="0" anchor="t" bIns="0" lIns="0" spcFirstLastPara="1" rIns="0" wrap="square" tIns="0">
            <a:noAutofit/>
          </a:bodyPr>
          <a:lstStyle/>
          <a:p>
            <a:pPr indent="0" lvl="0" marL="457200" rtl="0" algn="l">
              <a:lnSpc>
                <a:spcPct val="100000"/>
              </a:lnSpc>
              <a:spcBef>
                <a:spcPts val="0"/>
              </a:spcBef>
              <a:spcAft>
                <a:spcPts val="0"/>
              </a:spcAft>
              <a:buNone/>
            </a:pPr>
            <a:r>
              <a:t/>
            </a:r>
            <a:endParaRPr>
              <a:solidFill>
                <a:srgbClr val="5D6C82"/>
              </a:solidFill>
            </a:endParaRPr>
          </a:p>
          <a:p>
            <a:pPr indent="0" lvl="0" marL="457200" rtl="0" algn="l">
              <a:lnSpc>
                <a:spcPct val="100000"/>
              </a:lnSpc>
              <a:spcBef>
                <a:spcPts val="0"/>
              </a:spcBef>
              <a:spcAft>
                <a:spcPts val="0"/>
              </a:spcAft>
              <a:buNone/>
            </a:pPr>
            <a:r>
              <a:rPr lang="cs-CZ">
                <a:solidFill>
                  <a:srgbClr val="5D6C82"/>
                </a:solidFill>
              </a:rPr>
              <a:t>Měsíční konverze - průměrná konverze za měsíc. Konverze se počítá jako </a:t>
            </a:r>
            <a:endParaRPr>
              <a:solidFill>
                <a:srgbClr val="5D6C82"/>
              </a:solidFill>
            </a:endParaRPr>
          </a:p>
          <a:p>
            <a:pPr indent="0" lvl="0" marL="457200" rtl="0" algn="l">
              <a:lnSpc>
                <a:spcPct val="100000"/>
              </a:lnSpc>
              <a:spcBef>
                <a:spcPts val="0"/>
              </a:spcBef>
              <a:spcAft>
                <a:spcPts val="0"/>
              </a:spcAft>
              <a:buNone/>
            </a:pPr>
            <a:r>
              <a:rPr lang="cs-CZ">
                <a:solidFill>
                  <a:srgbClr val="5D6C82"/>
                </a:solidFill>
              </a:rPr>
              <a:t>K = Visitor/Buyer*100</a:t>
            </a:r>
            <a:endParaRPr>
              <a:solidFill>
                <a:srgbClr val="5D6C82"/>
              </a:solidFill>
            </a:endParaRPr>
          </a:p>
          <a:p>
            <a:pPr indent="0" lvl="0" marL="457200" rtl="0" algn="l">
              <a:lnSpc>
                <a:spcPct val="100000"/>
              </a:lnSpc>
              <a:spcBef>
                <a:spcPts val="0"/>
              </a:spcBef>
              <a:spcAft>
                <a:spcPts val="0"/>
              </a:spcAft>
              <a:buNone/>
            </a:pPr>
            <a:r>
              <a:t/>
            </a:r>
            <a:endParaRPr>
              <a:solidFill>
                <a:srgbClr val="5D6C82"/>
              </a:solidFill>
            </a:endParaRPr>
          </a:p>
          <a:p>
            <a:pPr indent="0" lvl="0" marL="457200" rtl="0" algn="l">
              <a:lnSpc>
                <a:spcPct val="100000"/>
              </a:lnSpc>
              <a:spcBef>
                <a:spcPts val="0"/>
              </a:spcBef>
              <a:spcAft>
                <a:spcPts val="0"/>
              </a:spcAft>
              <a:buNone/>
            </a:pPr>
            <a:r>
              <a:rPr lang="cs-CZ">
                <a:solidFill>
                  <a:srgbClr val="5D6C82"/>
                </a:solidFill>
              </a:rPr>
              <a:t>Měsíční návštěvy - počet unikátních návštěvníků za měsíc</a:t>
            </a:r>
            <a:endParaRPr>
              <a:solidFill>
                <a:srgbClr val="5D6C82"/>
              </a:solidFill>
            </a:endParaRPr>
          </a:p>
          <a:p>
            <a:pPr indent="0" lvl="0" marL="457200" rtl="0" algn="l">
              <a:lnSpc>
                <a:spcPct val="100000"/>
              </a:lnSpc>
              <a:spcBef>
                <a:spcPts val="0"/>
              </a:spcBef>
              <a:spcAft>
                <a:spcPts val="0"/>
              </a:spcAft>
              <a:buNone/>
            </a:pPr>
            <a:r>
              <a:t/>
            </a:r>
            <a:endParaRPr>
              <a:solidFill>
                <a:srgbClr val="5D6C82"/>
              </a:solidFill>
            </a:endParaRPr>
          </a:p>
          <a:p>
            <a:pPr indent="0" lvl="0" marL="457200" rtl="0" algn="l">
              <a:lnSpc>
                <a:spcPct val="100000"/>
              </a:lnSpc>
              <a:spcBef>
                <a:spcPts val="0"/>
              </a:spcBef>
              <a:spcAft>
                <a:spcPts val="0"/>
              </a:spcAft>
              <a:buNone/>
            </a:pPr>
            <a:r>
              <a:rPr lang="cs-CZ">
                <a:solidFill>
                  <a:srgbClr val="5D6C82"/>
                </a:solidFill>
              </a:rPr>
              <a:t>Produkt s největším počtem objednávek - id produktu, který klienti si objednávali nejčastěji v tom měsíců</a:t>
            </a:r>
            <a:endParaRPr>
              <a:solidFill>
                <a:srgbClr val="5D6C82"/>
              </a:solidFill>
            </a:endParaRPr>
          </a:p>
          <a:p>
            <a:pPr indent="0" lvl="0" marL="457200" rtl="0" algn="l">
              <a:lnSpc>
                <a:spcPct val="100000"/>
              </a:lnSpc>
              <a:spcBef>
                <a:spcPts val="0"/>
              </a:spcBef>
              <a:spcAft>
                <a:spcPts val="0"/>
              </a:spcAft>
              <a:buNone/>
            </a:pPr>
            <a:r>
              <a:t/>
            </a:r>
            <a:endParaRPr>
              <a:solidFill>
                <a:srgbClr val="5D6C82"/>
              </a:solidFill>
            </a:endParaRPr>
          </a:p>
          <a:p>
            <a:pPr indent="0" lvl="0" marL="457200" rtl="0" algn="l">
              <a:lnSpc>
                <a:spcPct val="100000"/>
              </a:lnSpc>
              <a:spcBef>
                <a:spcPts val="0"/>
              </a:spcBef>
              <a:spcAft>
                <a:spcPts val="0"/>
              </a:spcAft>
              <a:buNone/>
            </a:pPr>
            <a:r>
              <a:rPr lang="cs-CZ">
                <a:solidFill>
                  <a:srgbClr val="5D6C82"/>
                </a:solidFill>
              </a:rPr>
              <a:t>Produkt s největším počtem zobrazení - id produktu, který má největší počet přehledu za měsíc</a:t>
            </a:r>
            <a:endParaRPr>
              <a:solidFill>
                <a:srgbClr val="5D6C82"/>
              </a:solidFill>
            </a:endParaRPr>
          </a:p>
          <a:p>
            <a:pPr indent="0" lvl="0" marL="457200" rtl="0" algn="l">
              <a:lnSpc>
                <a:spcPct val="100000"/>
              </a:lnSpc>
              <a:spcBef>
                <a:spcPts val="0"/>
              </a:spcBef>
              <a:spcAft>
                <a:spcPts val="0"/>
              </a:spcAft>
              <a:buNone/>
            </a:pPr>
            <a:r>
              <a:t/>
            </a:r>
            <a:endParaRPr>
              <a:solidFill>
                <a:srgbClr val="5D6C82"/>
              </a:solidFill>
            </a:endParaRPr>
          </a:p>
          <a:p>
            <a:pPr indent="0" lvl="0" marL="457200" rtl="0" algn="l">
              <a:lnSpc>
                <a:spcPct val="100000"/>
              </a:lnSpc>
              <a:spcBef>
                <a:spcPts val="0"/>
              </a:spcBef>
              <a:spcAft>
                <a:spcPts val="0"/>
              </a:spcAft>
              <a:buNone/>
            </a:pPr>
            <a:r>
              <a:rPr lang="cs-CZ">
                <a:solidFill>
                  <a:srgbClr val="5D6C82"/>
                </a:solidFill>
              </a:rPr>
              <a:t>*měsíc se počítá jako všechny dny od prvního dnů aktuálneho měsíce do aktuálneho data</a:t>
            </a:r>
            <a:endParaRPr>
              <a:solidFill>
                <a:srgbClr val="5D6C8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2"/>
          <p:cNvSpPr txBox="1"/>
          <p:nvPr>
            <p:ph type="title"/>
          </p:nvPr>
        </p:nvSpPr>
        <p:spPr>
          <a:xfrm>
            <a:off x="720000" y="1965458"/>
            <a:ext cx="5376000" cy="2644642"/>
          </a:xfrm>
          <a:prstGeom prst="rect">
            <a:avLst/>
          </a:prstGeom>
          <a:noFill/>
          <a:ln>
            <a:noFill/>
          </a:ln>
        </p:spPr>
        <p:txBody>
          <a:bodyPr anchorCtr="0" anchor="t" bIns="45700" lIns="0" spcFirstLastPara="1" rIns="0" wrap="square" tIns="45700">
            <a:noAutofit/>
          </a:bodyPr>
          <a:lstStyle/>
          <a:p>
            <a:pPr indent="0" lvl="0" marL="0" rtl="0" algn="l">
              <a:lnSpc>
                <a:spcPct val="100000"/>
              </a:lnSpc>
              <a:spcBef>
                <a:spcPts val="0"/>
              </a:spcBef>
              <a:spcAft>
                <a:spcPts val="0"/>
              </a:spcAft>
              <a:buClr>
                <a:schemeClr val="lt1"/>
              </a:buClr>
              <a:buSzPts val="4500"/>
              <a:buFont typeface="Arial"/>
              <a:buNone/>
            </a:pPr>
            <a:r>
              <a:rPr lang="cs-CZ"/>
              <a:t>Děkuji </a:t>
            </a:r>
            <a:br>
              <a:rPr lang="cs-CZ"/>
            </a:br>
            <a:r>
              <a:rPr lang="cs-CZ"/>
              <a:t>za pozornost</a:t>
            </a:r>
            <a:endParaRPr/>
          </a:p>
        </p:txBody>
      </p:sp>
      <p:grpSp>
        <p:nvGrpSpPr>
          <p:cNvPr id="121" name="Google Shape;121;p22"/>
          <p:cNvGrpSpPr/>
          <p:nvPr/>
        </p:nvGrpSpPr>
        <p:grpSpPr>
          <a:xfrm>
            <a:off x="6145124" y="1499913"/>
            <a:ext cx="5029200" cy="2962574"/>
            <a:chOff x="6541939" y="2069262"/>
            <a:chExt cx="5029200" cy="2962574"/>
          </a:xfrm>
        </p:grpSpPr>
        <p:pic>
          <p:nvPicPr>
            <p:cNvPr id="122" name="Google Shape;122;p22"/>
            <p:cNvPicPr preferRelativeResize="0"/>
            <p:nvPr/>
          </p:nvPicPr>
          <p:blipFill rotWithShape="1">
            <a:blip r:embed="rId3">
              <a:alphaModFix/>
            </a:blip>
            <a:srcRect b="0" l="0" r="0" t="0"/>
            <a:stretch/>
          </p:blipFill>
          <p:spPr>
            <a:xfrm>
              <a:off x="6541939" y="2069262"/>
              <a:ext cx="5029200" cy="2857500"/>
            </a:xfrm>
            <a:prstGeom prst="rect">
              <a:avLst/>
            </a:prstGeom>
            <a:noFill/>
            <a:ln>
              <a:noFill/>
            </a:ln>
          </p:spPr>
        </p:pic>
        <p:sp>
          <p:nvSpPr>
            <p:cNvPr id="123" name="Google Shape;123;p22"/>
            <p:cNvSpPr/>
            <p:nvPr/>
          </p:nvSpPr>
          <p:spPr>
            <a:xfrm>
              <a:off x="6541939" y="2218787"/>
              <a:ext cx="5029200" cy="2813049"/>
            </a:xfrm>
            <a:custGeom>
              <a:rect b="b" l="l" r="r" t="t"/>
              <a:pathLst>
                <a:path extrusionOk="0" h="750" w="1341">
                  <a:moveTo>
                    <a:pt x="123" y="596"/>
                  </a:moveTo>
                  <a:cubicBezTo>
                    <a:pt x="108" y="600"/>
                    <a:pt x="90" y="597"/>
                    <a:pt x="79" y="586"/>
                  </a:cubicBezTo>
                  <a:cubicBezTo>
                    <a:pt x="67" y="573"/>
                    <a:pt x="68" y="554"/>
                    <a:pt x="83" y="544"/>
                  </a:cubicBezTo>
                  <a:cubicBezTo>
                    <a:pt x="89" y="539"/>
                    <a:pt x="99" y="541"/>
                    <a:pt x="104" y="546"/>
                  </a:cubicBezTo>
                  <a:cubicBezTo>
                    <a:pt x="105" y="547"/>
                    <a:pt x="105" y="547"/>
                    <a:pt x="105" y="547"/>
                  </a:cubicBezTo>
                  <a:cubicBezTo>
                    <a:pt x="106" y="547"/>
                    <a:pt x="106" y="546"/>
                    <a:pt x="105" y="547"/>
                  </a:cubicBezTo>
                  <a:cubicBezTo>
                    <a:pt x="109" y="543"/>
                    <a:pt x="109" y="540"/>
                    <a:pt x="110" y="534"/>
                  </a:cubicBezTo>
                  <a:cubicBezTo>
                    <a:pt x="111" y="533"/>
                    <a:pt x="111" y="533"/>
                    <a:pt x="111" y="532"/>
                  </a:cubicBezTo>
                  <a:cubicBezTo>
                    <a:pt x="111" y="532"/>
                    <a:pt x="111" y="531"/>
                    <a:pt x="111" y="529"/>
                  </a:cubicBezTo>
                  <a:cubicBezTo>
                    <a:pt x="112" y="523"/>
                    <a:pt x="113" y="518"/>
                    <a:pt x="117" y="512"/>
                  </a:cubicBezTo>
                  <a:cubicBezTo>
                    <a:pt x="129" y="492"/>
                    <a:pt x="157" y="498"/>
                    <a:pt x="165" y="519"/>
                  </a:cubicBezTo>
                  <a:cubicBezTo>
                    <a:pt x="170" y="533"/>
                    <a:pt x="164" y="555"/>
                    <a:pt x="157" y="568"/>
                  </a:cubicBezTo>
                  <a:cubicBezTo>
                    <a:pt x="150" y="581"/>
                    <a:pt x="137" y="592"/>
                    <a:pt x="123" y="596"/>
                  </a:cubicBezTo>
                  <a:close/>
                  <a:moveTo>
                    <a:pt x="413" y="573"/>
                  </a:moveTo>
                  <a:cubicBezTo>
                    <a:pt x="403" y="564"/>
                    <a:pt x="387" y="562"/>
                    <a:pt x="377" y="573"/>
                  </a:cubicBezTo>
                  <a:cubicBezTo>
                    <a:pt x="371" y="579"/>
                    <a:pt x="369" y="586"/>
                    <a:pt x="367" y="593"/>
                  </a:cubicBezTo>
                  <a:cubicBezTo>
                    <a:pt x="368" y="590"/>
                    <a:pt x="367" y="593"/>
                    <a:pt x="366" y="594"/>
                  </a:cubicBezTo>
                  <a:cubicBezTo>
                    <a:pt x="363" y="593"/>
                    <a:pt x="359" y="592"/>
                    <a:pt x="355" y="593"/>
                  </a:cubicBezTo>
                  <a:cubicBezTo>
                    <a:pt x="333" y="598"/>
                    <a:pt x="310" y="616"/>
                    <a:pt x="291" y="629"/>
                  </a:cubicBezTo>
                  <a:cubicBezTo>
                    <a:pt x="275" y="640"/>
                    <a:pt x="259" y="651"/>
                    <a:pt x="244" y="664"/>
                  </a:cubicBezTo>
                  <a:cubicBezTo>
                    <a:pt x="241" y="666"/>
                    <a:pt x="238" y="669"/>
                    <a:pt x="235" y="671"/>
                  </a:cubicBezTo>
                  <a:cubicBezTo>
                    <a:pt x="235" y="671"/>
                    <a:pt x="235" y="671"/>
                    <a:pt x="235" y="671"/>
                  </a:cubicBezTo>
                  <a:cubicBezTo>
                    <a:pt x="238" y="669"/>
                    <a:pt x="241" y="666"/>
                    <a:pt x="244" y="664"/>
                  </a:cubicBezTo>
                  <a:cubicBezTo>
                    <a:pt x="244" y="663"/>
                    <a:pt x="244" y="663"/>
                    <a:pt x="243" y="663"/>
                  </a:cubicBezTo>
                  <a:cubicBezTo>
                    <a:pt x="233" y="645"/>
                    <a:pt x="207" y="644"/>
                    <a:pt x="200" y="664"/>
                  </a:cubicBezTo>
                  <a:cubicBezTo>
                    <a:pt x="200" y="664"/>
                    <a:pt x="200" y="665"/>
                    <a:pt x="200" y="665"/>
                  </a:cubicBezTo>
                  <a:cubicBezTo>
                    <a:pt x="200" y="665"/>
                    <a:pt x="200" y="665"/>
                    <a:pt x="200" y="665"/>
                  </a:cubicBezTo>
                  <a:cubicBezTo>
                    <a:pt x="200" y="664"/>
                    <a:pt x="200" y="664"/>
                    <a:pt x="200" y="664"/>
                  </a:cubicBezTo>
                  <a:cubicBezTo>
                    <a:pt x="201" y="662"/>
                    <a:pt x="201" y="662"/>
                    <a:pt x="200" y="665"/>
                  </a:cubicBezTo>
                  <a:cubicBezTo>
                    <a:pt x="199" y="665"/>
                    <a:pt x="199" y="665"/>
                    <a:pt x="199" y="665"/>
                  </a:cubicBezTo>
                  <a:cubicBezTo>
                    <a:pt x="198" y="666"/>
                    <a:pt x="197" y="667"/>
                    <a:pt x="196" y="668"/>
                  </a:cubicBezTo>
                  <a:cubicBezTo>
                    <a:pt x="192" y="671"/>
                    <a:pt x="190" y="675"/>
                    <a:pt x="188" y="679"/>
                  </a:cubicBezTo>
                  <a:cubicBezTo>
                    <a:pt x="187" y="679"/>
                    <a:pt x="187" y="680"/>
                    <a:pt x="186" y="681"/>
                  </a:cubicBezTo>
                  <a:cubicBezTo>
                    <a:pt x="177" y="690"/>
                    <a:pt x="174" y="684"/>
                    <a:pt x="162" y="688"/>
                  </a:cubicBezTo>
                  <a:cubicBezTo>
                    <a:pt x="159" y="688"/>
                    <a:pt x="157" y="688"/>
                    <a:pt x="155" y="689"/>
                  </a:cubicBezTo>
                  <a:cubicBezTo>
                    <a:pt x="138" y="695"/>
                    <a:pt x="132" y="714"/>
                    <a:pt x="141" y="729"/>
                  </a:cubicBezTo>
                  <a:cubicBezTo>
                    <a:pt x="149" y="743"/>
                    <a:pt x="165" y="750"/>
                    <a:pt x="180" y="750"/>
                  </a:cubicBezTo>
                  <a:cubicBezTo>
                    <a:pt x="195" y="750"/>
                    <a:pt x="211" y="742"/>
                    <a:pt x="221" y="731"/>
                  </a:cubicBezTo>
                  <a:cubicBezTo>
                    <a:pt x="226" y="726"/>
                    <a:pt x="232" y="718"/>
                    <a:pt x="236" y="709"/>
                  </a:cubicBezTo>
                  <a:cubicBezTo>
                    <a:pt x="236" y="709"/>
                    <a:pt x="236" y="709"/>
                    <a:pt x="236" y="708"/>
                  </a:cubicBezTo>
                  <a:cubicBezTo>
                    <a:pt x="240" y="702"/>
                    <a:pt x="244" y="694"/>
                    <a:pt x="246" y="687"/>
                  </a:cubicBezTo>
                  <a:cubicBezTo>
                    <a:pt x="245" y="687"/>
                    <a:pt x="243" y="688"/>
                    <a:pt x="241" y="689"/>
                  </a:cubicBezTo>
                  <a:cubicBezTo>
                    <a:pt x="241" y="689"/>
                    <a:pt x="241" y="689"/>
                    <a:pt x="241" y="689"/>
                  </a:cubicBezTo>
                  <a:cubicBezTo>
                    <a:pt x="241" y="689"/>
                    <a:pt x="241" y="689"/>
                    <a:pt x="241" y="689"/>
                  </a:cubicBezTo>
                  <a:cubicBezTo>
                    <a:pt x="241" y="689"/>
                    <a:pt x="241" y="689"/>
                    <a:pt x="241" y="689"/>
                  </a:cubicBezTo>
                  <a:cubicBezTo>
                    <a:pt x="243" y="688"/>
                    <a:pt x="245" y="687"/>
                    <a:pt x="246" y="687"/>
                  </a:cubicBezTo>
                  <a:cubicBezTo>
                    <a:pt x="265" y="676"/>
                    <a:pt x="283" y="666"/>
                    <a:pt x="302" y="655"/>
                  </a:cubicBezTo>
                  <a:cubicBezTo>
                    <a:pt x="313" y="649"/>
                    <a:pt x="326" y="640"/>
                    <a:pt x="339" y="633"/>
                  </a:cubicBezTo>
                  <a:cubicBezTo>
                    <a:pt x="342" y="641"/>
                    <a:pt x="350" y="648"/>
                    <a:pt x="359" y="649"/>
                  </a:cubicBezTo>
                  <a:cubicBezTo>
                    <a:pt x="371" y="652"/>
                    <a:pt x="382" y="648"/>
                    <a:pt x="392" y="641"/>
                  </a:cubicBezTo>
                  <a:cubicBezTo>
                    <a:pt x="401" y="634"/>
                    <a:pt x="409" y="627"/>
                    <a:pt x="416" y="618"/>
                  </a:cubicBezTo>
                  <a:cubicBezTo>
                    <a:pt x="424" y="605"/>
                    <a:pt x="426" y="584"/>
                    <a:pt x="413" y="573"/>
                  </a:cubicBezTo>
                  <a:close/>
                  <a:moveTo>
                    <a:pt x="486" y="606"/>
                  </a:moveTo>
                  <a:cubicBezTo>
                    <a:pt x="471" y="599"/>
                    <a:pt x="454" y="601"/>
                    <a:pt x="438" y="599"/>
                  </a:cubicBezTo>
                  <a:cubicBezTo>
                    <a:pt x="420" y="596"/>
                    <a:pt x="413" y="619"/>
                    <a:pt x="430" y="625"/>
                  </a:cubicBezTo>
                  <a:cubicBezTo>
                    <a:pt x="447" y="631"/>
                    <a:pt x="469" y="638"/>
                    <a:pt x="486" y="627"/>
                  </a:cubicBezTo>
                  <a:cubicBezTo>
                    <a:pt x="493" y="623"/>
                    <a:pt x="494" y="610"/>
                    <a:pt x="486" y="606"/>
                  </a:cubicBezTo>
                  <a:close/>
                  <a:moveTo>
                    <a:pt x="21" y="284"/>
                  </a:moveTo>
                  <a:cubicBezTo>
                    <a:pt x="12" y="276"/>
                    <a:pt x="17" y="262"/>
                    <a:pt x="28" y="259"/>
                  </a:cubicBezTo>
                  <a:cubicBezTo>
                    <a:pt x="36" y="256"/>
                    <a:pt x="45" y="256"/>
                    <a:pt x="54" y="256"/>
                  </a:cubicBezTo>
                  <a:cubicBezTo>
                    <a:pt x="75" y="246"/>
                    <a:pt x="96" y="237"/>
                    <a:pt x="117" y="228"/>
                  </a:cubicBezTo>
                  <a:cubicBezTo>
                    <a:pt x="131" y="222"/>
                    <a:pt x="136" y="218"/>
                    <a:pt x="136" y="203"/>
                  </a:cubicBezTo>
                  <a:cubicBezTo>
                    <a:pt x="136" y="194"/>
                    <a:pt x="135" y="186"/>
                    <a:pt x="134" y="178"/>
                  </a:cubicBezTo>
                  <a:cubicBezTo>
                    <a:pt x="131" y="169"/>
                    <a:pt x="133" y="157"/>
                    <a:pt x="141" y="152"/>
                  </a:cubicBezTo>
                  <a:cubicBezTo>
                    <a:pt x="144" y="149"/>
                    <a:pt x="148" y="147"/>
                    <a:pt x="152" y="146"/>
                  </a:cubicBezTo>
                  <a:cubicBezTo>
                    <a:pt x="158" y="144"/>
                    <a:pt x="164" y="141"/>
                    <a:pt x="169" y="136"/>
                  </a:cubicBezTo>
                  <a:cubicBezTo>
                    <a:pt x="146" y="139"/>
                    <a:pt x="121" y="137"/>
                    <a:pt x="98" y="137"/>
                  </a:cubicBezTo>
                  <a:cubicBezTo>
                    <a:pt x="69" y="136"/>
                    <a:pt x="37" y="137"/>
                    <a:pt x="8" y="128"/>
                  </a:cubicBezTo>
                  <a:cubicBezTo>
                    <a:pt x="0" y="125"/>
                    <a:pt x="0" y="114"/>
                    <a:pt x="8" y="111"/>
                  </a:cubicBezTo>
                  <a:cubicBezTo>
                    <a:pt x="46" y="100"/>
                    <a:pt x="90" y="102"/>
                    <a:pt x="129" y="100"/>
                  </a:cubicBezTo>
                  <a:cubicBezTo>
                    <a:pt x="139" y="99"/>
                    <a:pt x="148" y="99"/>
                    <a:pt x="158" y="98"/>
                  </a:cubicBezTo>
                  <a:cubicBezTo>
                    <a:pt x="166" y="97"/>
                    <a:pt x="175" y="93"/>
                    <a:pt x="183" y="95"/>
                  </a:cubicBezTo>
                  <a:cubicBezTo>
                    <a:pt x="191" y="97"/>
                    <a:pt x="198" y="105"/>
                    <a:pt x="197" y="114"/>
                  </a:cubicBezTo>
                  <a:cubicBezTo>
                    <a:pt x="197" y="119"/>
                    <a:pt x="195" y="123"/>
                    <a:pt x="193" y="127"/>
                  </a:cubicBezTo>
                  <a:cubicBezTo>
                    <a:pt x="198" y="127"/>
                    <a:pt x="203" y="130"/>
                    <a:pt x="206" y="133"/>
                  </a:cubicBezTo>
                  <a:cubicBezTo>
                    <a:pt x="227" y="150"/>
                    <a:pt x="221" y="194"/>
                    <a:pt x="222" y="218"/>
                  </a:cubicBezTo>
                  <a:cubicBezTo>
                    <a:pt x="224" y="242"/>
                    <a:pt x="234" y="278"/>
                    <a:pt x="203" y="287"/>
                  </a:cubicBezTo>
                  <a:cubicBezTo>
                    <a:pt x="172" y="295"/>
                    <a:pt x="136" y="295"/>
                    <a:pt x="105" y="298"/>
                  </a:cubicBezTo>
                  <a:cubicBezTo>
                    <a:pt x="78" y="301"/>
                    <a:pt x="42" y="305"/>
                    <a:pt x="21" y="284"/>
                  </a:cubicBezTo>
                  <a:close/>
                  <a:moveTo>
                    <a:pt x="171" y="245"/>
                  </a:moveTo>
                  <a:cubicBezTo>
                    <a:pt x="173" y="245"/>
                    <a:pt x="176" y="244"/>
                    <a:pt x="179" y="244"/>
                  </a:cubicBezTo>
                  <a:cubicBezTo>
                    <a:pt x="178" y="240"/>
                    <a:pt x="178" y="237"/>
                    <a:pt x="177" y="233"/>
                  </a:cubicBezTo>
                  <a:cubicBezTo>
                    <a:pt x="176" y="237"/>
                    <a:pt x="173" y="241"/>
                    <a:pt x="171" y="245"/>
                  </a:cubicBezTo>
                  <a:close/>
                  <a:moveTo>
                    <a:pt x="340" y="203"/>
                  </a:moveTo>
                  <a:cubicBezTo>
                    <a:pt x="364" y="200"/>
                    <a:pt x="380" y="182"/>
                    <a:pt x="389" y="162"/>
                  </a:cubicBezTo>
                  <a:cubicBezTo>
                    <a:pt x="400" y="136"/>
                    <a:pt x="400" y="105"/>
                    <a:pt x="397" y="78"/>
                  </a:cubicBezTo>
                  <a:cubicBezTo>
                    <a:pt x="395" y="60"/>
                    <a:pt x="388" y="26"/>
                    <a:pt x="366" y="23"/>
                  </a:cubicBezTo>
                  <a:cubicBezTo>
                    <a:pt x="349" y="21"/>
                    <a:pt x="337" y="38"/>
                    <a:pt x="349" y="53"/>
                  </a:cubicBezTo>
                  <a:cubicBezTo>
                    <a:pt x="377" y="85"/>
                    <a:pt x="368" y="200"/>
                    <a:pt x="306" y="171"/>
                  </a:cubicBezTo>
                  <a:cubicBezTo>
                    <a:pt x="298" y="168"/>
                    <a:pt x="292" y="175"/>
                    <a:pt x="295" y="182"/>
                  </a:cubicBezTo>
                  <a:cubicBezTo>
                    <a:pt x="303" y="199"/>
                    <a:pt x="322" y="206"/>
                    <a:pt x="340" y="203"/>
                  </a:cubicBezTo>
                  <a:close/>
                  <a:moveTo>
                    <a:pt x="785" y="117"/>
                  </a:moveTo>
                  <a:cubicBezTo>
                    <a:pt x="788" y="118"/>
                    <a:pt x="792" y="118"/>
                    <a:pt x="795" y="117"/>
                  </a:cubicBezTo>
                  <a:cubicBezTo>
                    <a:pt x="840" y="101"/>
                    <a:pt x="886" y="98"/>
                    <a:pt x="933" y="100"/>
                  </a:cubicBezTo>
                  <a:cubicBezTo>
                    <a:pt x="943" y="101"/>
                    <a:pt x="948" y="85"/>
                    <a:pt x="938" y="80"/>
                  </a:cubicBezTo>
                  <a:cubicBezTo>
                    <a:pt x="895" y="62"/>
                    <a:pt x="849" y="60"/>
                    <a:pt x="803" y="70"/>
                  </a:cubicBezTo>
                  <a:cubicBezTo>
                    <a:pt x="802" y="67"/>
                    <a:pt x="800" y="65"/>
                    <a:pt x="798" y="63"/>
                  </a:cubicBezTo>
                  <a:cubicBezTo>
                    <a:pt x="792" y="59"/>
                    <a:pt x="784" y="57"/>
                    <a:pt x="777" y="58"/>
                  </a:cubicBezTo>
                  <a:cubicBezTo>
                    <a:pt x="776" y="57"/>
                    <a:pt x="776" y="56"/>
                    <a:pt x="776" y="55"/>
                  </a:cubicBezTo>
                  <a:cubicBezTo>
                    <a:pt x="773" y="43"/>
                    <a:pt x="752" y="41"/>
                    <a:pt x="750" y="55"/>
                  </a:cubicBezTo>
                  <a:cubicBezTo>
                    <a:pt x="745" y="85"/>
                    <a:pt x="743" y="115"/>
                    <a:pt x="737" y="145"/>
                  </a:cubicBezTo>
                  <a:cubicBezTo>
                    <a:pt x="733" y="173"/>
                    <a:pt x="721" y="189"/>
                    <a:pt x="702" y="209"/>
                  </a:cubicBezTo>
                  <a:cubicBezTo>
                    <a:pt x="673" y="241"/>
                    <a:pt x="644" y="277"/>
                    <a:pt x="637" y="320"/>
                  </a:cubicBezTo>
                  <a:cubicBezTo>
                    <a:pt x="616" y="322"/>
                    <a:pt x="595" y="324"/>
                    <a:pt x="577" y="330"/>
                  </a:cubicBezTo>
                  <a:cubicBezTo>
                    <a:pt x="565" y="334"/>
                    <a:pt x="564" y="351"/>
                    <a:pt x="577" y="354"/>
                  </a:cubicBezTo>
                  <a:cubicBezTo>
                    <a:pt x="588" y="357"/>
                    <a:pt x="601" y="359"/>
                    <a:pt x="613" y="359"/>
                  </a:cubicBezTo>
                  <a:cubicBezTo>
                    <a:pt x="604" y="370"/>
                    <a:pt x="602" y="389"/>
                    <a:pt x="617" y="398"/>
                  </a:cubicBezTo>
                  <a:cubicBezTo>
                    <a:pt x="620" y="399"/>
                    <a:pt x="623" y="416"/>
                    <a:pt x="625" y="425"/>
                  </a:cubicBezTo>
                  <a:cubicBezTo>
                    <a:pt x="619" y="445"/>
                    <a:pt x="622" y="467"/>
                    <a:pt x="624" y="487"/>
                  </a:cubicBezTo>
                  <a:cubicBezTo>
                    <a:pt x="628" y="518"/>
                    <a:pt x="633" y="548"/>
                    <a:pt x="639" y="578"/>
                  </a:cubicBezTo>
                  <a:cubicBezTo>
                    <a:pt x="642" y="592"/>
                    <a:pt x="645" y="606"/>
                    <a:pt x="648" y="620"/>
                  </a:cubicBezTo>
                  <a:cubicBezTo>
                    <a:pt x="648" y="622"/>
                    <a:pt x="650" y="626"/>
                    <a:pt x="651" y="631"/>
                  </a:cubicBezTo>
                  <a:cubicBezTo>
                    <a:pt x="648" y="633"/>
                    <a:pt x="645" y="635"/>
                    <a:pt x="643" y="636"/>
                  </a:cubicBezTo>
                  <a:cubicBezTo>
                    <a:pt x="636" y="641"/>
                    <a:pt x="628" y="646"/>
                    <a:pt x="621" y="651"/>
                  </a:cubicBezTo>
                  <a:cubicBezTo>
                    <a:pt x="613" y="654"/>
                    <a:pt x="606" y="659"/>
                    <a:pt x="600" y="668"/>
                  </a:cubicBezTo>
                  <a:cubicBezTo>
                    <a:pt x="586" y="687"/>
                    <a:pt x="613" y="713"/>
                    <a:pt x="632" y="700"/>
                  </a:cubicBezTo>
                  <a:cubicBezTo>
                    <a:pt x="636" y="697"/>
                    <a:pt x="640" y="695"/>
                    <a:pt x="644" y="692"/>
                  </a:cubicBezTo>
                  <a:cubicBezTo>
                    <a:pt x="650" y="692"/>
                    <a:pt x="661" y="691"/>
                    <a:pt x="664" y="690"/>
                  </a:cubicBezTo>
                  <a:cubicBezTo>
                    <a:pt x="673" y="688"/>
                    <a:pt x="683" y="684"/>
                    <a:pt x="689" y="676"/>
                  </a:cubicBezTo>
                  <a:cubicBezTo>
                    <a:pt x="696" y="669"/>
                    <a:pt x="699" y="660"/>
                    <a:pt x="700" y="652"/>
                  </a:cubicBezTo>
                  <a:cubicBezTo>
                    <a:pt x="705" y="647"/>
                    <a:pt x="710" y="642"/>
                    <a:pt x="714" y="636"/>
                  </a:cubicBezTo>
                  <a:cubicBezTo>
                    <a:pt x="729" y="610"/>
                    <a:pt x="711" y="572"/>
                    <a:pt x="704" y="546"/>
                  </a:cubicBezTo>
                  <a:cubicBezTo>
                    <a:pt x="695" y="510"/>
                    <a:pt x="686" y="474"/>
                    <a:pt x="676" y="438"/>
                  </a:cubicBezTo>
                  <a:cubicBezTo>
                    <a:pt x="671" y="414"/>
                    <a:pt x="668" y="386"/>
                    <a:pt x="653" y="368"/>
                  </a:cubicBezTo>
                  <a:cubicBezTo>
                    <a:pt x="651" y="365"/>
                    <a:pt x="649" y="362"/>
                    <a:pt x="646" y="360"/>
                  </a:cubicBezTo>
                  <a:cubicBezTo>
                    <a:pt x="662" y="369"/>
                    <a:pt x="689" y="360"/>
                    <a:pt x="687" y="338"/>
                  </a:cubicBezTo>
                  <a:cubicBezTo>
                    <a:pt x="690" y="285"/>
                    <a:pt x="737" y="254"/>
                    <a:pt x="764" y="213"/>
                  </a:cubicBezTo>
                  <a:cubicBezTo>
                    <a:pt x="782" y="187"/>
                    <a:pt x="787" y="152"/>
                    <a:pt x="785" y="117"/>
                  </a:cubicBezTo>
                  <a:close/>
                  <a:moveTo>
                    <a:pt x="650" y="48"/>
                  </a:moveTo>
                  <a:cubicBezTo>
                    <a:pt x="665" y="46"/>
                    <a:pt x="680" y="46"/>
                    <a:pt x="694" y="47"/>
                  </a:cubicBezTo>
                  <a:cubicBezTo>
                    <a:pt x="709" y="48"/>
                    <a:pt x="720" y="52"/>
                    <a:pt x="733" y="43"/>
                  </a:cubicBezTo>
                  <a:cubicBezTo>
                    <a:pt x="743" y="37"/>
                    <a:pt x="744" y="24"/>
                    <a:pt x="737" y="15"/>
                  </a:cubicBezTo>
                  <a:cubicBezTo>
                    <a:pt x="724" y="0"/>
                    <a:pt x="702" y="2"/>
                    <a:pt x="683" y="2"/>
                  </a:cubicBezTo>
                  <a:cubicBezTo>
                    <a:pt x="662" y="3"/>
                    <a:pt x="640" y="6"/>
                    <a:pt x="619" y="12"/>
                  </a:cubicBezTo>
                  <a:cubicBezTo>
                    <a:pt x="594" y="20"/>
                    <a:pt x="541" y="37"/>
                    <a:pt x="546" y="70"/>
                  </a:cubicBezTo>
                  <a:cubicBezTo>
                    <a:pt x="548" y="79"/>
                    <a:pt x="560" y="79"/>
                    <a:pt x="565" y="72"/>
                  </a:cubicBezTo>
                  <a:cubicBezTo>
                    <a:pt x="570" y="64"/>
                    <a:pt x="595" y="60"/>
                    <a:pt x="605" y="57"/>
                  </a:cubicBezTo>
                  <a:cubicBezTo>
                    <a:pt x="619" y="53"/>
                    <a:pt x="635" y="50"/>
                    <a:pt x="650" y="48"/>
                  </a:cubicBezTo>
                  <a:close/>
                  <a:moveTo>
                    <a:pt x="1330" y="393"/>
                  </a:moveTo>
                  <a:cubicBezTo>
                    <a:pt x="1290" y="371"/>
                    <a:pt x="1242" y="401"/>
                    <a:pt x="1206" y="419"/>
                  </a:cubicBezTo>
                  <a:cubicBezTo>
                    <a:pt x="1159" y="442"/>
                    <a:pt x="1112" y="467"/>
                    <a:pt x="1064" y="489"/>
                  </a:cubicBezTo>
                  <a:cubicBezTo>
                    <a:pt x="1022" y="508"/>
                    <a:pt x="985" y="505"/>
                    <a:pt x="943" y="485"/>
                  </a:cubicBezTo>
                  <a:cubicBezTo>
                    <a:pt x="904" y="467"/>
                    <a:pt x="868" y="445"/>
                    <a:pt x="826" y="435"/>
                  </a:cubicBezTo>
                  <a:cubicBezTo>
                    <a:pt x="809" y="432"/>
                    <a:pt x="791" y="446"/>
                    <a:pt x="796" y="465"/>
                  </a:cubicBezTo>
                  <a:cubicBezTo>
                    <a:pt x="804" y="487"/>
                    <a:pt x="812" y="510"/>
                    <a:pt x="815" y="534"/>
                  </a:cubicBezTo>
                  <a:cubicBezTo>
                    <a:pt x="818" y="557"/>
                    <a:pt x="799" y="568"/>
                    <a:pt x="781" y="579"/>
                  </a:cubicBezTo>
                  <a:cubicBezTo>
                    <a:pt x="769" y="586"/>
                    <a:pt x="768" y="599"/>
                    <a:pt x="772" y="610"/>
                  </a:cubicBezTo>
                  <a:cubicBezTo>
                    <a:pt x="786" y="642"/>
                    <a:pt x="798" y="676"/>
                    <a:pt x="817" y="704"/>
                  </a:cubicBezTo>
                  <a:cubicBezTo>
                    <a:pt x="828" y="720"/>
                    <a:pt x="850" y="710"/>
                    <a:pt x="847" y="692"/>
                  </a:cubicBezTo>
                  <a:cubicBezTo>
                    <a:pt x="842" y="663"/>
                    <a:pt x="831" y="636"/>
                    <a:pt x="820" y="609"/>
                  </a:cubicBezTo>
                  <a:cubicBezTo>
                    <a:pt x="839" y="596"/>
                    <a:pt x="855" y="580"/>
                    <a:pt x="861" y="558"/>
                  </a:cubicBezTo>
                  <a:cubicBezTo>
                    <a:pt x="865" y="539"/>
                    <a:pt x="862" y="517"/>
                    <a:pt x="856" y="497"/>
                  </a:cubicBezTo>
                  <a:cubicBezTo>
                    <a:pt x="881" y="508"/>
                    <a:pt x="905" y="522"/>
                    <a:pt x="930" y="534"/>
                  </a:cubicBezTo>
                  <a:cubicBezTo>
                    <a:pt x="971" y="551"/>
                    <a:pt x="1012" y="559"/>
                    <a:pt x="1055" y="546"/>
                  </a:cubicBezTo>
                  <a:cubicBezTo>
                    <a:pt x="1103" y="531"/>
                    <a:pt x="1148" y="504"/>
                    <a:pt x="1193" y="482"/>
                  </a:cubicBezTo>
                  <a:cubicBezTo>
                    <a:pt x="1216" y="470"/>
                    <a:pt x="1239" y="458"/>
                    <a:pt x="1263" y="448"/>
                  </a:cubicBezTo>
                  <a:cubicBezTo>
                    <a:pt x="1285" y="438"/>
                    <a:pt x="1309" y="434"/>
                    <a:pt x="1330" y="421"/>
                  </a:cubicBezTo>
                  <a:cubicBezTo>
                    <a:pt x="1339" y="415"/>
                    <a:pt x="1341" y="400"/>
                    <a:pt x="1330" y="393"/>
                  </a:cubicBezTo>
                  <a:close/>
                  <a:moveTo>
                    <a:pt x="863" y="291"/>
                  </a:moveTo>
                  <a:cubicBezTo>
                    <a:pt x="857" y="315"/>
                    <a:pt x="856" y="337"/>
                    <a:pt x="861" y="361"/>
                  </a:cubicBezTo>
                  <a:cubicBezTo>
                    <a:pt x="864" y="375"/>
                    <a:pt x="884" y="370"/>
                    <a:pt x="886" y="357"/>
                  </a:cubicBezTo>
                  <a:cubicBezTo>
                    <a:pt x="887" y="340"/>
                    <a:pt x="892" y="322"/>
                    <a:pt x="899" y="307"/>
                  </a:cubicBezTo>
                  <a:cubicBezTo>
                    <a:pt x="903" y="298"/>
                    <a:pt x="903" y="290"/>
                    <a:pt x="896" y="283"/>
                  </a:cubicBezTo>
                  <a:cubicBezTo>
                    <a:pt x="893" y="279"/>
                    <a:pt x="888" y="277"/>
                    <a:pt x="882" y="277"/>
                  </a:cubicBezTo>
                  <a:cubicBezTo>
                    <a:pt x="874" y="277"/>
                    <a:pt x="866" y="283"/>
                    <a:pt x="863" y="291"/>
                  </a:cubicBezTo>
                  <a:close/>
                  <a:moveTo>
                    <a:pt x="200" y="366"/>
                  </a:moveTo>
                  <a:cubicBezTo>
                    <a:pt x="171" y="362"/>
                    <a:pt x="141" y="352"/>
                    <a:pt x="112" y="351"/>
                  </a:cubicBezTo>
                  <a:cubicBezTo>
                    <a:pt x="97" y="350"/>
                    <a:pt x="95" y="369"/>
                    <a:pt x="105" y="376"/>
                  </a:cubicBezTo>
                  <a:cubicBezTo>
                    <a:pt x="129" y="393"/>
                    <a:pt x="161" y="401"/>
                    <a:pt x="189" y="407"/>
                  </a:cubicBezTo>
                  <a:cubicBezTo>
                    <a:pt x="204" y="411"/>
                    <a:pt x="219" y="414"/>
                    <a:pt x="235" y="414"/>
                  </a:cubicBezTo>
                  <a:cubicBezTo>
                    <a:pt x="249" y="413"/>
                    <a:pt x="263" y="408"/>
                    <a:pt x="278" y="408"/>
                  </a:cubicBezTo>
                  <a:cubicBezTo>
                    <a:pt x="309" y="407"/>
                    <a:pt x="342" y="421"/>
                    <a:pt x="372" y="428"/>
                  </a:cubicBezTo>
                  <a:cubicBezTo>
                    <a:pt x="397" y="435"/>
                    <a:pt x="437" y="454"/>
                    <a:pt x="461" y="439"/>
                  </a:cubicBezTo>
                  <a:cubicBezTo>
                    <a:pt x="470" y="434"/>
                    <a:pt x="473" y="423"/>
                    <a:pt x="468" y="414"/>
                  </a:cubicBezTo>
                  <a:cubicBezTo>
                    <a:pt x="468" y="413"/>
                    <a:pt x="467" y="412"/>
                    <a:pt x="466" y="411"/>
                  </a:cubicBezTo>
                  <a:cubicBezTo>
                    <a:pt x="470" y="401"/>
                    <a:pt x="466" y="388"/>
                    <a:pt x="454" y="383"/>
                  </a:cubicBezTo>
                  <a:cubicBezTo>
                    <a:pt x="423" y="372"/>
                    <a:pt x="385" y="370"/>
                    <a:pt x="353" y="365"/>
                  </a:cubicBezTo>
                  <a:cubicBezTo>
                    <a:pt x="325" y="361"/>
                    <a:pt x="293" y="353"/>
                    <a:pt x="266" y="361"/>
                  </a:cubicBezTo>
                  <a:cubicBezTo>
                    <a:pt x="244" y="364"/>
                    <a:pt x="223" y="369"/>
                    <a:pt x="200" y="366"/>
                  </a:cubicBezTo>
                  <a:close/>
                  <a:moveTo>
                    <a:pt x="1111" y="323"/>
                  </a:moveTo>
                  <a:cubicBezTo>
                    <a:pt x="1133" y="333"/>
                    <a:pt x="1166" y="336"/>
                    <a:pt x="1189" y="327"/>
                  </a:cubicBezTo>
                  <a:cubicBezTo>
                    <a:pt x="1212" y="318"/>
                    <a:pt x="1232" y="292"/>
                    <a:pt x="1227" y="267"/>
                  </a:cubicBezTo>
                  <a:cubicBezTo>
                    <a:pt x="1226" y="261"/>
                    <a:pt x="1223" y="258"/>
                    <a:pt x="1220" y="255"/>
                  </a:cubicBezTo>
                  <a:cubicBezTo>
                    <a:pt x="1228" y="249"/>
                    <a:pt x="1235" y="241"/>
                    <a:pt x="1243" y="235"/>
                  </a:cubicBezTo>
                  <a:cubicBezTo>
                    <a:pt x="1256" y="225"/>
                    <a:pt x="1269" y="215"/>
                    <a:pt x="1281" y="206"/>
                  </a:cubicBezTo>
                  <a:cubicBezTo>
                    <a:pt x="1292" y="198"/>
                    <a:pt x="1287" y="178"/>
                    <a:pt x="1272" y="183"/>
                  </a:cubicBezTo>
                  <a:cubicBezTo>
                    <a:pt x="1255" y="188"/>
                    <a:pt x="1238" y="195"/>
                    <a:pt x="1223" y="205"/>
                  </a:cubicBezTo>
                  <a:cubicBezTo>
                    <a:pt x="1208" y="214"/>
                    <a:pt x="1191" y="224"/>
                    <a:pt x="1182" y="240"/>
                  </a:cubicBezTo>
                  <a:cubicBezTo>
                    <a:pt x="1177" y="249"/>
                    <a:pt x="1180" y="258"/>
                    <a:pt x="1187" y="262"/>
                  </a:cubicBezTo>
                  <a:cubicBezTo>
                    <a:pt x="1182" y="269"/>
                    <a:pt x="1178" y="278"/>
                    <a:pt x="1170" y="282"/>
                  </a:cubicBezTo>
                  <a:cubicBezTo>
                    <a:pt x="1159" y="288"/>
                    <a:pt x="1136" y="283"/>
                    <a:pt x="1126" y="279"/>
                  </a:cubicBezTo>
                  <a:cubicBezTo>
                    <a:pt x="1094" y="264"/>
                    <a:pt x="1105" y="227"/>
                    <a:pt x="1090" y="201"/>
                  </a:cubicBezTo>
                  <a:cubicBezTo>
                    <a:pt x="1088" y="197"/>
                    <a:pt x="1083" y="195"/>
                    <a:pt x="1079" y="198"/>
                  </a:cubicBezTo>
                  <a:cubicBezTo>
                    <a:pt x="1035" y="230"/>
                    <a:pt x="1070" y="305"/>
                    <a:pt x="1111" y="323"/>
                  </a:cubicBezTo>
                  <a:close/>
                </a:path>
              </a:pathLst>
            </a:custGeom>
            <a:solidFill>
              <a:srgbClr val="FFFFFF">
                <a:alpha val="14509"/>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21"/>
                                        </p:tgtEl>
                                        <p:attrNameLst>
                                          <p:attrName>style.visibility</p:attrName>
                                        </p:attrNameLst>
                                      </p:cBhvr>
                                      <p:to>
                                        <p:strVal val="visible"/>
                                      </p:to>
                                    </p:set>
                                    <p:animEffect filter="fade" transition="in">
                                      <p:cBhvr>
                                        <p:cTn dur="500"/>
                                        <p:tgtEl>
                                          <p:spTgt spid="1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UCL Open_prezentace_16ku9_VGD170534">
  <a:themeElements>
    <a:clrScheme name="Unicorn">
      <a:dk1>
        <a:srgbClr val="FFFFFF"/>
      </a:dk1>
      <a:lt1>
        <a:srgbClr val="FFFFFF"/>
      </a:lt1>
      <a:dk2>
        <a:srgbClr val="001E6E"/>
      </a:dk2>
      <a:lt2>
        <a:srgbClr val="FFFFFF"/>
      </a:lt2>
      <a:accent1>
        <a:srgbClr val="D21428"/>
      </a:accent1>
      <a:accent2>
        <a:srgbClr val="3EDBFF"/>
      </a:accent2>
      <a:accent3>
        <a:srgbClr val="FFFFFF"/>
      </a:accent3>
      <a:accent4>
        <a:srgbClr val="BDC5D1"/>
      </a:accent4>
      <a:accent5>
        <a:srgbClr val="8993A3"/>
      </a:accent5>
      <a:accent6>
        <a:srgbClr val="5D6C82"/>
      </a:accent6>
      <a:hlink>
        <a:srgbClr val="3EDBFF"/>
      </a:hlink>
      <a:folHlink>
        <a:srgbClr val="5D6C8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2020-11-22T23:49:54Z</dcterms:created>
  <dc:creator>Daniel Mičko</dc:creator>
</cp:coreProperties>
</file>